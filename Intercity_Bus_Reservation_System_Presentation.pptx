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61" r:id="rId4"/>
    <p:sldId id="258" r:id="rId5"/>
    <p:sldId id="259" r:id="rId6"/>
    <p:sldId id="260" r:id="rId7"/>
    <p:sldId id="263" r:id="rId8"/>
    <p:sldId id="264" r:id="rId9"/>
    <p:sldId id="265" r:id="rId10"/>
    <p:sldId id="267"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80BE3C-B0B0-4CFB-816B-712D973A64E0}" v="3" dt="2026-09-15T10:05:24.2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8" d="100"/>
          <a:sy n="98" d="100"/>
        </p:scale>
        <p:origin x="110" y="18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SP MADHURI" userId="d5baabbced009fe2" providerId="LiveId" clId="{5C1935DC-7BAA-4BFD-8AE9-FAF66D151093}"/>
    <pc:docChg chg="undo custSel addSld modSld sldOrd">
      <pc:chgData name="TSP MADHURI" userId="d5baabbced009fe2" providerId="LiveId" clId="{5C1935DC-7BAA-4BFD-8AE9-FAF66D151093}" dt="2026-09-15T10:01:58.231" v="188" actId="22"/>
      <pc:docMkLst>
        <pc:docMk/>
      </pc:docMkLst>
      <pc:sldChg chg="addSp delSp modSp mod">
        <pc:chgData name="TSP MADHURI" userId="d5baabbced009fe2" providerId="LiveId" clId="{5C1935DC-7BAA-4BFD-8AE9-FAF66D151093}" dt="2026-09-15T10:01:58.231" v="188" actId="22"/>
        <pc:sldMkLst>
          <pc:docMk/>
          <pc:sldMk cId="1570750093" sldId="256"/>
        </pc:sldMkLst>
        <pc:spChg chg="mod">
          <ac:chgData name="TSP MADHURI" userId="d5baabbced009fe2" providerId="LiveId" clId="{5C1935DC-7BAA-4BFD-8AE9-FAF66D151093}" dt="2026-09-15T09:58:58.254" v="62" actId="20577"/>
          <ac:spMkLst>
            <pc:docMk/>
            <pc:sldMk cId="1570750093" sldId="256"/>
            <ac:spMk id="2" creationId="{81C0CCFF-527E-4AC9-A45F-A8196F49E0C3}"/>
          </ac:spMkLst>
        </pc:spChg>
        <pc:spChg chg="mod">
          <ac:chgData name="TSP MADHURI" userId="d5baabbced009fe2" providerId="LiveId" clId="{5C1935DC-7BAA-4BFD-8AE9-FAF66D151093}" dt="2026-09-15T09:59:08.667" v="65"/>
          <ac:spMkLst>
            <pc:docMk/>
            <pc:sldMk cId="1570750093" sldId="256"/>
            <ac:spMk id="3" creationId="{A452AC95-AA7D-A76A-037F-6B2DB5A27E48}"/>
          </ac:spMkLst>
        </pc:spChg>
        <pc:spChg chg="add del">
          <ac:chgData name="TSP MADHURI" userId="d5baabbced009fe2" providerId="LiveId" clId="{5C1935DC-7BAA-4BFD-8AE9-FAF66D151093}" dt="2026-09-15T09:58:23.995" v="1" actId="22"/>
          <ac:spMkLst>
            <pc:docMk/>
            <pc:sldMk cId="1570750093" sldId="256"/>
            <ac:spMk id="5" creationId="{16E58A68-9A46-73D5-6ACA-6EBDA713DE38}"/>
          </ac:spMkLst>
        </pc:spChg>
        <pc:spChg chg="add del mod">
          <ac:chgData name="TSP MADHURI" userId="d5baabbced009fe2" providerId="LiveId" clId="{5C1935DC-7BAA-4BFD-8AE9-FAF66D151093}" dt="2026-09-15T10:01:58.231" v="188" actId="22"/>
          <ac:spMkLst>
            <pc:docMk/>
            <pc:sldMk cId="1570750093" sldId="256"/>
            <ac:spMk id="7" creationId="{195ACB3F-808A-0A7A-B8BD-A70C42ECC1E5}"/>
          </ac:spMkLst>
        </pc:spChg>
      </pc:sldChg>
      <pc:sldChg chg="modSp new mod">
        <pc:chgData name="TSP MADHURI" userId="d5baabbced009fe2" providerId="LiveId" clId="{5C1935DC-7BAA-4BFD-8AE9-FAF66D151093}" dt="2026-09-15T09:59:16.247" v="74" actId="20577"/>
        <pc:sldMkLst>
          <pc:docMk/>
          <pc:sldMk cId="676338040" sldId="257"/>
        </pc:sldMkLst>
        <pc:spChg chg="mod">
          <ac:chgData name="TSP MADHURI" userId="d5baabbced009fe2" providerId="LiveId" clId="{5C1935DC-7BAA-4BFD-8AE9-FAF66D151093}" dt="2026-09-15T09:59:16.247" v="74" actId="20577"/>
          <ac:spMkLst>
            <pc:docMk/>
            <pc:sldMk cId="676338040" sldId="257"/>
            <ac:spMk id="2" creationId="{EDE71AF3-F02C-0F4C-0929-57F8B753540D}"/>
          </ac:spMkLst>
        </pc:spChg>
      </pc:sldChg>
      <pc:sldChg chg="modSp new mod">
        <pc:chgData name="TSP MADHURI" userId="d5baabbced009fe2" providerId="LiveId" clId="{5C1935DC-7BAA-4BFD-8AE9-FAF66D151093}" dt="2026-09-15T09:59:25.529" v="86" actId="20577"/>
        <pc:sldMkLst>
          <pc:docMk/>
          <pc:sldMk cId="4104242747" sldId="258"/>
        </pc:sldMkLst>
        <pc:spChg chg="mod">
          <ac:chgData name="TSP MADHURI" userId="d5baabbced009fe2" providerId="LiveId" clId="{5C1935DC-7BAA-4BFD-8AE9-FAF66D151093}" dt="2026-09-15T09:59:25.529" v="86" actId="20577"/>
          <ac:spMkLst>
            <pc:docMk/>
            <pc:sldMk cId="4104242747" sldId="258"/>
            <ac:spMk id="2" creationId="{8E154CC5-4FD5-611A-4481-E878E281E2CD}"/>
          </ac:spMkLst>
        </pc:spChg>
      </pc:sldChg>
      <pc:sldChg chg="modSp new mod">
        <pc:chgData name="TSP MADHURI" userId="d5baabbced009fe2" providerId="LiveId" clId="{5C1935DC-7BAA-4BFD-8AE9-FAF66D151093}" dt="2026-09-15T09:59:36.234" v="101" actId="20577"/>
        <pc:sldMkLst>
          <pc:docMk/>
          <pc:sldMk cId="4178111765" sldId="259"/>
        </pc:sldMkLst>
        <pc:spChg chg="mod">
          <ac:chgData name="TSP MADHURI" userId="d5baabbced009fe2" providerId="LiveId" clId="{5C1935DC-7BAA-4BFD-8AE9-FAF66D151093}" dt="2026-09-15T09:59:36.234" v="101" actId="20577"/>
          <ac:spMkLst>
            <pc:docMk/>
            <pc:sldMk cId="4178111765" sldId="259"/>
            <ac:spMk id="2" creationId="{3954FDF4-A21D-11D6-CA7A-382058E2F499}"/>
          </ac:spMkLst>
        </pc:spChg>
      </pc:sldChg>
      <pc:sldChg chg="modSp new mod">
        <pc:chgData name="TSP MADHURI" userId="d5baabbced009fe2" providerId="LiveId" clId="{5C1935DC-7BAA-4BFD-8AE9-FAF66D151093}" dt="2026-09-15T09:59:46.562" v="113" actId="20577"/>
        <pc:sldMkLst>
          <pc:docMk/>
          <pc:sldMk cId="1869875426" sldId="260"/>
        </pc:sldMkLst>
        <pc:spChg chg="mod">
          <ac:chgData name="TSP MADHURI" userId="d5baabbced009fe2" providerId="LiveId" clId="{5C1935DC-7BAA-4BFD-8AE9-FAF66D151093}" dt="2026-09-15T09:59:46.562" v="113" actId="20577"/>
          <ac:spMkLst>
            <pc:docMk/>
            <pc:sldMk cId="1869875426" sldId="260"/>
            <ac:spMk id="2" creationId="{C73BDDFB-DFEC-7A21-D889-17965A225820}"/>
          </ac:spMkLst>
        </pc:spChg>
      </pc:sldChg>
      <pc:sldChg chg="modSp new mod ord">
        <pc:chgData name="TSP MADHURI" userId="d5baabbced009fe2" providerId="LiveId" clId="{5C1935DC-7BAA-4BFD-8AE9-FAF66D151093}" dt="2026-09-15T10:00:14.865" v="149"/>
        <pc:sldMkLst>
          <pc:docMk/>
          <pc:sldMk cId="3980090555" sldId="261"/>
        </pc:sldMkLst>
        <pc:spChg chg="mod">
          <ac:chgData name="TSP MADHURI" userId="d5baabbced009fe2" providerId="LiveId" clId="{5C1935DC-7BAA-4BFD-8AE9-FAF66D151093}" dt="2026-09-15T10:00:08.859" v="147" actId="20577"/>
          <ac:spMkLst>
            <pc:docMk/>
            <pc:sldMk cId="3980090555" sldId="261"/>
            <ac:spMk id="2" creationId="{54D4AC2B-1702-695F-E0B5-9F6550F04B7D}"/>
          </ac:spMkLst>
        </pc:spChg>
      </pc:sldChg>
      <pc:sldChg chg="modSp new mod">
        <pc:chgData name="TSP MADHURI" userId="d5baabbced009fe2" providerId="LiveId" clId="{5C1935DC-7BAA-4BFD-8AE9-FAF66D151093}" dt="2026-09-15T10:00:56.631" v="184" actId="20577"/>
        <pc:sldMkLst>
          <pc:docMk/>
          <pc:sldMk cId="1396777043" sldId="262"/>
        </pc:sldMkLst>
        <pc:spChg chg="mod">
          <ac:chgData name="TSP MADHURI" userId="d5baabbced009fe2" providerId="LiveId" clId="{5C1935DC-7BAA-4BFD-8AE9-FAF66D151093}" dt="2026-09-15T10:00:56.631" v="184" actId="20577"/>
          <ac:spMkLst>
            <pc:docMk/>
            <pc:sldMk cId="1396777043" sldId="262"/>
            <ac:spMk id="2" creationId="{BDCEF2EB-DC8E-A39F-8C45-4CB81854799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15-10-2026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extLst>
      <p:ext uri="{BB962C8B-B14F-4D97-AF65-F5344CB8AC3E}">
        <p14:creationId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F3B8-DDEB-3931-BD30-FCDF92768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0E52B7-3612-C42C-E3C4-1568700ED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E2A539-9977-5E0E-CDC1-067BB186F683}"/>
              </a:ext>
            </a:extLst>
          </p:cNvPr>
          <p:cNvSpPr>
            <a:spLocks noGrp="1"/>
          </p:cNvSpPr>
          <p:nvPr>
            <p:ph type="dt" sz="half" idx="10"/>
          </p:nvPr>
        </p:nvSpPr>
        <p:spPr/>
        <p:txBody>
          <a:bodyPr/>
          <a:lstStyle/>
          <a:p>
            <a:fld id="{16F549C3-E12B-4CC2-9FA1-D4C0643B7241}" type="datetime1">
              <a:rPr lang="en-IN" smtClean="0"/>
              <a:t>15-10-2026</a:t>
            </a:fld>
            <a:endParaRPr lang="en-IN"/>
          </a:p>
        </p:txBody>
      </p:sp>
      <p:sp>
        <p:nvSpPr>
          <p:cNvPr id="5" name="Footer Placeholder 4">
            <a:extLst>
              <a:ext uri="{FF2B5EF4-FFF2-40B4-BE49-F238E27FC236}">
                <a16:creationId xmlns:a16="http://schemas.microsoft.com/office/drawing/2014/main" id="{8DC91C38-BEF3-AA2E-ACFE-DCF1543BE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1CB7FA-8196-F586-E960-B5BAE429FE2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EEB3F1FD-0147-797C-0ED6-E694A2BD62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0555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59C4-DC4A-CF70-25D2-F39535A1F7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6C27E-0A06-D409-8884-852E74A29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7AC31F-7BFD-CA38-00A7-A2FD01A09849}"/>
              </a:ext>
            </a:extLst>
          </p:cNvPr>
          <p:cNvSpPr>
            <a:spLocks noGrp="1"/>
          </p:cNvSpPr>
          <p:nvPr>
            <p:ph type="dt" sz="half" idx="10"/>
          </p:nvPr>
        </p:nvSpPr>
        <p:spPr/>
        <p:txBody>
          <a:bodyPr/>
          <a:lstStyle/>
          <a:p>
            <a:fld id="{07DE2E10-B9C9-4696-8C2C-567691D9BBFD}" type="datetime1">
              <a:rPr lang="en-IN" smtClean="0"/>
              <a:t>15-10-2026</a:t>
            </a:fld>
            <a:endParaRPr lang="en-IN"/>
          </a:p>
        </p:txBody>
      </p:sp>
      <p:sp>
        <p:nvSpPr>
          <p:cNvPr id="5" name="Footer Placeholder 4">
            <a:extLst>
              <a:ext uri="{FF2B5EF4-FFF2-40B4-BE49-F238E27FC236}">
                <a16:creationId xmlns:a16="http://schemas.microsoft.com/office/drawing/2014/main" id="{8E415AD4-5B3F-78FD-DE66-C3F50AC63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80549F-8592-A2F0-A7A6-A1C45E9E6C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5381CCB4-DDFA-058A-AE03-5A3CFCA9F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7621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AB08-E23E-771E-1FDE-DC7851594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036FC1-1DB6-A8A4-C315-834C3FFCF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565D3F-93C4-BE6A-B0D8-5AFF3E69AF83}"/>
              </a:ext>
            </a:extLst>
          </p:cNvPr>
          <p:cNvSpPr>
            <a:spLocks noGrp="1"/>
          </p:cNvSpPr>
          <p:nvPr>
            <p:ph type="dt" sz="half" idx="10"/>
          </p:nvPr>
        </p:nvSpPr>
        <p:spPr/>
        <p:txBody>
          <a:bodyPr/>
          <a:lstStyle/>
          <a:p>
            <a:fld id="{6E4BF378-8F16-492D-87B3-963C20ACF441}" type="datetime1">
              <a:rPr lang="en-IN" smtClean="0"/>
              <a:t>15-10-2026</a:t>
            </a:fld>
            <a:endParaRPr lang="en-IN"/>
          </a:p>
        </p:txBody>
      </p:sp>
      <p:sp>
        <p:nvSpPr>
          <p:cNvPr id="5" name="Footer Placeholder 4">
            <a:extLst>
              <a:ext uri="{FF2B5EF4-FFF2-40B4-BE49-F238E27FC236}">
                <a16:creationId xmlns:a16="http://schemas.microsoft.com/office/drawing/2014/main" id="{7112169B-9903-41C3-CC1A-A773A925D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C6B5-6988-9DF9-8223-C5EB677C938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2E3DABBD-F85F-360C-A546-D5E0B92597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85425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988FF-7E75-1B89-7C11-7B6C180BD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8E0077-B676-7850-AAD4-77689FB5B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E4118E-9650-EED0-1592-D4AD00CF46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DD1BDD-D86C-6A53-CEF7-1AEC9AB1AA53}"/>
              </a:ext>
            </a:extLst>
          </p:cNvPr>
          <p:cNvSpPr>
            <a:spLocks noGrp="1"/>
          </p:cNvSpPr>
          <p:nvPr>
            <p:ph type="dt" sz="half" idx="10"/>
          </p:nvPr>
        </p:nvSpPr>
        <p:spPr/>
        <p:txBody>
          <a:bodyPr/>
          <a:lstStyle/>
          <a:p>
            <a:fld id="{2C79781E-9150-4561-9F7C-01394C55C5AE}" type="datetime1">
              <a:rPr lang="en-IN" smtClean="0"/>
              <a:t>15-10-2026</a:t>
            </a:fld>
            <a:endParaRPr lang="en-IN"/>
          </a:p>
        </p:txBody>
      </p:sp>
      <p:sp>
        <p:nvSpPr>
          <p:cNvPr id="6" name="Footer Placeholder 5">
            <a:extLst>
              <a:ext uri="{FF2B5EF4-FFF2-40B4-BE49-F238E27FC236}">
                <a16:creationId xmlns:a16="http://schemas.microsoft.com/office/drawing/2014/main" id="{30B15FF2-A4C5-135F-9FA1-A00A6BF9A0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FB8AA-FC6D-B278-7FFF-C52EF4307992}"/>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D3064E1C-D746-419C-5FE6-033B95CAC3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99326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C900-8F42-8A20-E378-434465ED27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DDB5D6-6D80-913C-77A3-83E1C27571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D7E712-FB4A-DBE7-7EE8-B34465C75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FC7C92-E667-0F30-6C26-267F10CBC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31715A-AF86-785C-73F2-00FF9D5D3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01D6D5-269C-31AC-CC40-917E0E24679C}"/>
              </a:ext>
            </a:extLst>
          </p:cNvPr>
          <p:cNvSpPr>
            <a:spLocks noGrp="1"/>
          </p:cNvSpPr>
          <p:nvPr>
            <p:ph type="dt" sz="half" idx="10"/>
          </p:nvPr>
        </p:nvSpPr>
        <p:spPr/>
        <p:txBody>
          <a:bodyPr/>
          <a:lstStyle/>
          <a:p>
            <a:fld id="{CEF12896-961F-4F7A-B2DD-D0EFF57BA027}" type="datetime1">
              <a:rPr lang="en-IN" smtClean="0"/>
              <a:t>15-10-2026</a:t>
            </a:fld>
            <a:endParaRPr lang="en-IN"/>
          </a:p>
        </p:txBody>
      </p:sp>
      <p:sp>
        <p:nvSpPr>
          <p:cNvPr id="8" name="Footer Placeholder 7">
            <a:extLst>
              <a:ext uri="{FF2B5EF4-FFF2-40B4-BE49-F238E27FC236}">
                <a16:creationId xmlns:a16="http://schemas.microsoft.com/office/drawing/2014/main" id="{1D0DFF97-DB90-A3DC-1A5F-E041ABA4F5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DFEC1F-4C0D-B461-B76D-FAFE7A86BA16}"/>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11" name="Picture 10">
            <a:extLst>
              <a:ext uri="{FF2B5EF4-FFF2-40B4-BE49-F238E27FC236}">
                <a16:creationId xmlns:a16="http://schemas.microsoft.com/office/drawing/2014/main" id="{B0D765FD-6DB7-1155-27BC-BD0DB45299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460133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FB57-0CBB-0AA3-9BF0-2ED2337972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2CE64-C359-3445-7AB9-29DE8577C0B3}"/>
              </a:ext>
            </a:extLst>
          </p:cNvPr>
          <p:cNvSpPr>
            <a:spLocks noGrp="1"/>
          </p:cNvSpPr>
          <p:nvPr>
            <p:ph type="dt" sz="half" idx="10"/>
          </p:nvPr>
        </p:nvSpPr>
        <p:spPr/>
        <p:txBody>
          <a:bodyPr/>
          <a:lstStyle/>
          <a:p>
            <a:fld id="{48F51132-6BA4-40BC-AB03-D6B9C4F193FC}" type="datetime1">
              <a:rPr lang="en-IN" smtClean="0"/>
              <a:t>15-10-2026</a:t>
            </a:fld>
            <a:endParaRPr lang="en-IN"/>
          </a:p>
        </p:txBody>
      </p:sp>
      <p:sp>
        <p:nvSpPr>
          <p:cNvPr id="4" name="Footer Placeholder 3">
            <a:extLst>
              <a:ext uri="{FF2B5EF4-FFF2-40B4-BE49-F238E27FC236}">
                <a16:creationId xmlns:a16="http://schemas.microsoft.com/office/drawing/2014/main" id="{5C63F73F-0420-C605-3EFF-74CBBE1B75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6EE44D-529C-1AC9-123B-7EBF53FA6E5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F4A6640D-01A3-9B0C-80EF-F10DE42207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46358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79728-5FED-202E-6651-A7474C32A850}"/>
              </a:ext>
            </a:extLst>
          </p:cNvPr>
          <p:cNvSpPr>
            <a:spLocks noGrp="1"/>
          </p:cNvSpPr>
          <p:nvPr>
            <p:ph type="dt" sz="half" idx="10"/>
          </p:nvPr>
        </p:nvSpPr>
        <p:spPr/>
        <p:txBody>
          <a:bodyPr/>
          <a:lstStyle/>
          <a:p>
            <a:fld id="{2FD85D5E-B9E5-4C7E-88B1-43A66A7C3488}" type="datetime1">
              <a:rPr lang="en-IN" smtClean="0"/>
              <a:t>15-10-2026</a:t>
            </a:fld>
            <a:endParaRPr lang="en-IN"/>
          </a:p>
        </p:txBody>
      </p:sp>
      <p:sp>
        <p:nvSpPr>
          <p:cNvPr id="3" name="Footer Placeholder 2">
            <a:extLst>
              <a:ext uri="{FF2B5EF4-FFF2-40B4-BE49-F238E27FC236}">
                <a16:creationId xmlns:a16="http://schemas.microsoft.com/office/drawing/2014/main" id="{C7F6D777-ECC4-1DAB-81FF-7D7AF3FF39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56A1D-0096-D4B4-2B11-1CDFE3317B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a:extLst>
              <a:ext uri="{FF2B5EF4-FFF2-40B4-BE49-F238E27FC236}">
                <a16:creationId xmlns:a16="http://schemas.microsoft.com/office/drawing/2014/main" id="{0260B416-1EF4-3CD6-8E26-DC636E7B37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471129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5010-2418-091A-429D-37E400ABA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91DC8-3F06-BF0E-8109-8C1FEDEAD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544A7E-4423-60E2-E6E9-AAF09976D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3B07B-D8E2-C0AA-F7E4-545DF97910A6}"/>
              </a:ext>
            </a:extLst>
          </p:cNvPr>
          <p:cNvSpPr>
            <a:spLocks noGrp="1"/>
          </p:cNvSpPr>
          <p:nvPr>
            <p:ph type="dt" sz="half" idx="10"/>
          </p:nvPr>
        </p:nvSpPr>
        <p:spPr/>
        <p:txBody>
          <a:bodyPr/>
          <a:lstStyle/>
          <a:p>
            <a:fld id="{97DBE2A2-8283-469E-B4A1-D6877668ECFE}" type="datetime1">
              <a:rPr lang="en-IN" smtClean="0"/>
              <a:t>15-10-2026</a:t>
            </a:fld>
            <a:endParaRPr lang="en-IN"/>
          </a:p>
        </p:txBody>
      </p:sp>
      <p:sp>
        <p:nvSpPr>
          <p:cNvPr id="6" name="Footer Placeholder 5">
            <a:extLst>
              <a:ext uri="{FF2B5EF4-FFF2-40B4-BE49-F238E27FC236}">
                <a16:creationId xmlns:a16="http://schemas.microsoft.com/office/drawing/2014/main" id="{D8FB3DF0-CC05-0B05-24D9-6663B5E11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AB53E2-0205-A987-5D45-0DFC51D895E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AE6F4A6A-FE20-C82E-95DD-FA2A5FCB0B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93727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7E51-2E25-5BFC-2696-794A224B6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F9DC63-25C2-8B4F-3683-6B0A9BC756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4EBA80-D1E6-9786-229E-B9B70D9BD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DED29-F47E-2534-AFB4-003A8091ABF4}"/>
              </a:ext>
            </a:extLst>
          </p:cNvPr>
          <p:cNvSpPr>
            <a:spLocks noGrp="1"/>
          </p:cNvSpPr>
          <p:nvPr>
            <p:ph type="dt" sz="half" idx="10"/>
          </p:nvPr>
        </p:nvSpPr>
        <p:spPr/>
        <p:txBody>
          <a:bodyPr/>
          <a:lstStyle/>
          <a:p>
            <a:fld id="{FD50A723-EDD4-4822-84BE-4B7F697B4E56}" type="datetime1">
              <a:rPr lang="en-IN" smtClean="0"/>
              <a:t>15-10-2026</a:t>
            </a:fld>
            <a:endParaRPr lang="en-IN"/>
          </a:p>
        </p:txBody>
      </p:sp>
      <p:sp>
        <p:nvSpPr>
          <p:cNvPr id="6" name="Footer Placeholder 5">
            <a:extLst>
              <a:ext uri="{FF2B5EF4-FFF2-40B4-BE49-F238E27FC236}">
                <a16:creationId xmlns:a16="http://schemas.microsoft.com/office/drawing/2014/main" id="{06E6DE89-3F60-1B9B-0597-F389CAA72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0B78F6-7EC0-BF15-5CA1-F0159D796384}"/>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2825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38785-1FEB-0757-FEC8-6AA1CB86C5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D94473-1718-0D76-22B7-33E82D611F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9B1E2-29EC-2F2E-B362-55E80C4D0828}"/>
              </a:ext>
            </a:extLst>
          </p:cNvPr>
          <p:cNvSpPr>
            <a:spLocks noGrp="1"/>
          </p:cNvSpPr>
          <p:nvPr>
            <p:ph type="dt" sz="half" idx="10"/>
          </p:nvPr>
        </p:nvSpPr>
        <p:spPr/>
        <p:txBody>
          <a:bodyPr/>
          <a:lstStyle/>
          <a:p>
            <a:fld id="{6B848764-2CC6-431B-B501-1DF197EE73CC}" type="datetime1">
              <a:rPr lang="en-IN" smtClean="0"/>
              <a:t>15-10-2026</a:t>
            </a:fld>
            <a:endParaRPr lang="en-IN"/>
          </a:p>
        </p:txBody>
      </p:sp>
      <p:sp>
        <p:nvSpPr>
          <p:cNvPr id="5" name="Footer Placeholder 4">
            <a:extLst>
              <a:ext uri="{FF2B5EF4-FFF2-40B4-BE49-F238E27FC236}">
                <a16:creationId xmlns:a16="http://schemas.microsoft.com/office/drawing/2014/main" id="{2B36D9E9-31F7-01F5-C19A-438C407736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E1B4F-5C80-EFB0-BA9F-8F17B8444B0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A32412BD-D800-391F-9FB6-159E83E74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10784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43F02-0084-480F-2BA3-75A1C0102C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22D9D-B106-6765-76CF-C9843EC19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262E0-081B-BE3A-F92B-73DE583EDA72}"/>
              </a:ext>
            </a:extLst>
          </p:cNvPr>
          <p:cNvSpPr>
            <a:spLocks noGrp="1"/>
          </p:cNvSpPr>
          <p:nvPr>
            <p:ph type="dt" sz="half" idx="10"/>
          </p:nvPr>
        </p:nvSpPr>
        <p:spPr/>
        <p:txBody>
          <a:bodyPr/>
          <a:lstStyle/>
          <a:p>
            <a:fld id="{9C5EEFFA-3959-41FE-A774-B9B27FD8983C}" type="datetime1">
              <a:rPr lang="en-IN" smtClean="0"/>
              <a:t>15-10-2026</a:t>
            </a:fld>
            <a:endParaRPr lang="en-IN"/>
          </a:p>
        </p:txBody>
      </p:sp>
      <p:sp>
        <p:nvSpPr>
          <p:cNvPr id="5" name="Footer Placeholder 4">
            <a:extLst>
              <a:ext uri="{FF2B5EF4-FFF2-40B4-BE49-F238E27FC236}">
                <a16:creationId xmlns:a16="http://schemas.microsoft.com/office/drawing/2014/main" id="{2B69D4DC-613B-8105-F661-A37BB2AD0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246AAE-21DC-2AE1-CF07-91F73A4DFA13}"/>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8354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48038-F901-EAD1-D5DB-03603E896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E2A14-F9FA-9B0B-5AA7-D785E09BA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56813-B660-C26F-CFEF-AF22C547F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t>15-10-2026</a:t>
            </a:fld>
            <a:endParaRPr lang="en-IN"/>
          </a:p>
        </p:txBody>
      </p:sp>
      <p:sp>
        <p:nvSpPr>
          <p:cNvPr id="5" name="Footer Placeholder 4">
            <a:extLst>
              <a:ext uri="{FF2B5EF4-FFF2-40B4-BE49-F238E27FC236}">
                <a16:creationId xmlns:a16="http://schemas.microsoft.com/office/drawing/2014/main" id="{E4B697EB-16D9-74E1-1448-0CDC280711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C42DC9-4178-3222-F3F2-C5EC792CA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t>‹#›</a:t>
            </a:fld>
            <a:endParaRPr lang="en-IN"/>
          </a:p>
        </p:txBody>
      </p:sp>
    </p:spTree>
    <p:extLst>
      <p:ext uri="{BB962C8B-B14F-4D97-AF65-F5344CB8AC3E}">
        <p14:creationId xmlns:p14="http://schemas.microsoft.com/office/powerpoint/2010/main" val="349348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CCFF-527E-4AC9-A45F-A8196F49E0C3}"/>
              </a:ext>
            </a:extLst>
          </p:cNvPr>
          <p:cNvSpPr>
            <a:spLocks noGrp="1"/>
          </p:cNvSpPr>
          <p:nvPr>
            <p:ph type="ctrTitle"/>
          </p:nvPr>
        </p:nvSpPr>
        <p:spPr/>
        <p:txBody>
          <a:bodyPr wrap="square"/>
          <a:lstStyle/>
          <a:p>
            <a:pPr>
              <a:spcAft>
                <a:spcPts val="500"/>
              </a:spcAft>
              <a:defRPr sz="2800" b="1">
                <a:solidFill>
                  <a:srgbClr val="232D3C"/>
                </a:solidFill>
                <a:latin typeface="Aptos"/>
              </a:defRPr>
            </a:pPr>
            <a:r>
              <a:rPr sz="3600" dirty="0"/>
              <a:t>INTERCITY BUS RESERVATION SYSTEM</a:t>
            </a:r>
          </a:p>
          <a:p>
            <a:pPr>
              <a:spcAft>
                <a:spcPts val="500"/>
              </a:spcAft>
              <a:defRPr sz="2800" b="0">
                <a:solidFill>
                  <a:srgbClr val="232D3C"/>
                </a:solidFill>
                <a:latin typeface="Aptos"/>
              </a:defRPr>
            </a:pPr>
            <a:r>
              <a:rPr dirty="0"/>
              <a:t>Team No:</a:t>
            </a:r>
            <a:r>
              <a:rPr lang="en-US" dirty="0"/>
              <a:t>17</a:t>
            </a:r>
            <a:endParaRPr dirty="0"/>
          </a:p>
        </p:txBody>
      </p:sp>
      <p:sp>
        <p:nvSpPr>
          <p:cNvPr id="3" name="Subtitle 2">
            <a:extLst>
              <a:ext uri="{FF2B5EF4-FFF2-40B4-BE49-F238E27FC236}">
                <a16:creationId xmlns:a16="http://schemas.microsoft.com/office/drawing/2014/main" id="{A452AC95-AA7D-A76A-037F-6B2DB5A27E48}"/>
              </a:ext>
            </a:extLst>
          </p:cNvPr>
          <p:cNvSpPr>
            <a:spLocks noGrp="1"/>
          </p:cNvSpPr>
          <p:nvPr>
            <p:ph type="subTitle" idx="1"/>
          </p:nvPr>
        </p:nvSpPr>
        <p:spPr/>
        <p:txBody>
          <a:bodyPr wrap="square">
            <a:normAutofit/>
          </a:bodyPr>
          <a:lstStyle/>
          <a:p>
            <a:pPr>
              <a:spcAft>
                <a:spcPts val="500"/>
              </a:spcAft>
              <a:defRPr sz="1600" b="0">
                <a:solidFill>
                  <a:srgbClr val="232D3C"/>
                </a:solidFill>
                <a:latin typeface="Aptos"/>
              </a:defRPr>
            </a:pPr>
            <a:r>
              <a:rPr dirty="0"/>
              <a:t>Student Name: </a:t>
            </a:r>
            <a:r>
              <a:rPr lang="en-US" dirty="0"/>
              <a:t>KARTHIK REDDY          </a:t>
            </a:r>
            <a:r>
              <a:rPr dirty="0"/>
              <a:t>Roll No</a:t>
            </a:r>
            <a:r>
              <a:rPr lang="en-US" dirty="0"/>
              <a:t>: 2620090027</a:t>
            </a:r>
          </a:p>
          <a:p>
            <a:pPr>
              <a:spcAft>
                <a:spcPts val="500"/>
              </a:spcAft>
              <a:defRPr sz="1600" b="0">
                <a:solidFill>
                  <a:srgbClr val="232D3C"/>
                </a:solidFill>
                <a:latin typeface="Aptos"/>
              </a:defRPr>
            </a:pPr>
            <a:r>
              <a:rPr dirty="0"/>
              <a:t>Student Name</a:t>
            </a:r>
            <a:r>
              <a:rPr lang="en-US" dirty="0"/>
              <a:t> : VARSHITH REDDY      </a:t>
            </a:r>
            <a:r>
              <a:rPr dirty="0"/>
              <a:t>Roll No:</a:t>
            </a:r>
            <a:r>
              <a:rPr lang="en-US" dirty="0"/>
              <a:t>2620080100</a:t>
            </a:r>
            <a:endParaRPr dirty="0"/>
          </a:p>
          <a:p>
            <a:pPr>
              <a:spcAft>
                <a:spcPts val="500"/>
              </a:spcAft>
              <a:defRPr sz="1600" b="0">
                <a:solidFill>
                  <a:srgbClr val="232D3C"/>
                </a:solidFill>
                <a:latin typeface="Aptos"/>
              </a:defRPr>
            </a:pPr>
            <a:r>
              <a:rPr dirty="0"/>
              <a:t>Student Name</a:t>
            </a:r>
            <a:r>
              <a:rPr lang="en-US" dirty="0"/>
              <a:t>: BHUVANESH                 </a:t>
            </a:r>
            <a:r>
              <a:rPr dirty="0"/>
              <a:t>Roll No: </a:t>
            </a:r>
            <a:r>
              <a:rPr lang="en-US" dirty="0"/>
              <a:t>2620090075</a:t>
            </a:r>
            <a:endParaRPr dirty="0"/>
          </a:p>
        </p:txBody>
      </p:sp>
      <p:sp>
        <p:nvSpPr>
          <p:cNvPr id="8" name="Date Placeholder 7">
            <a:extLst>
              <a:ext uri="{FF2B5EF4-FFF2-40B4-BE49-F238E27FC236}">
                <a16:creationId xmlns:a16="http://schemas.microsoft.com/office/drawing/2014/main" id="{EFCDBBB2-97B1-B1CE-72F7-62625B779167}"/>
              </a:ext>
            </a:extLst>
          </p:cNvPr>
          <p:cNvSpPr>
            <a:spLocks noGrp="1"/>
          </p:cNvSpPr>
          <p:nvPr>
            <p:ph type="dt" sz="half" idx="10"/>
          </p:nvPr>
        </p:nvSpPr>
        <p:spPr/>
        <p:txBody>
          <a:bodyPr/>
          <a:lstStyle/>
          <a:p>
            <a:fld id="{F2B7D318-FBF5-482E-BB10-69D54EA53D7B}" type="datetime1">
              <a:rPr lang="en-IN" smtClean="0"/>
              <a:t>15-10-2026</a:t>
            </a:fld>
            <a:endParaRPr lang="en-IN"/>
          </a:p>
        </p:txBody>
      </p:sp>
      <p:sp>
        <p:nvSpPr>
          <p:cNvPr id="9" name="Slide Number Placeholder 8">
            <a:extLst>
              <a:ext uri="{FF2B5EF4-FFF2-40B4-BE49-F238E27FC236}">
                <a16:creationId xmlns:a16="http://schemas.microsoft.com/office/drawing/2014/main" id="{147EDCEF-417A-3750-BB67-C2592E7FAAA6}"/>
              </a:ext>
            </a:extLst>
          </p:cNvPr>
          <p:cNvSpPr>
            <a:spLocks noGrp="1"/>
          </p:cNvSpPr>
          <p:nvPr>
            <p:ph type="sldNum" sz="quarter" idx="12"/>
          </p:nvPr>
        </p:nvSpPr>
        <p:spPr/>
        <p:txBody>
          <a:bodyPr/>
          <a:lstStyle/>
          <a:p>
            <a:fld id="{CB012AB6-14AF-4351-87AD-D420B05274E1}" type="slidenum">
              <a:rPr lang="en-IN" smtClean="0"/>
              <a:t>1</a:t>
            </a:fld>
            <a:endParaRPr lang="en-IN"/>
          </a:p>
        </p:txBody>
      </p:sp>
    </p:spTree>
    <p:extLst>
      <p:ext uri="{BB962C8B-B14F-4D97-AF65-F5344CB8AC3E}">
        <p14:creationId xmlns:p14="http://schemas.microsoft.com/office/powerpoint/2010/main" val="15707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AF3-F02C-0F4C-0929-57F8B753540D}"/>
              </a:ext>
            </a:extLst>
          </p:cNvPr>
          <p:cNvSpPr>
            <a:spLocks noGrp="1"/>
          </p:cNvSpPr>
          <p:nvPr>
            <p:ph type="title"/>
          </p:nvPr>
        </p:nvSpPr>
        <p:spPr/>
        <p:txBody>
          <a:bodyPr wrap="square"/>
          <a:lstStyle/>
          <a:p>
            <a:pPr>
              <a:spcAft>
                <a:spcPts val="500"/>
              </a:spcAft>
              <a:defRPr sz="2600" b="1">
                <a:solidFill>
                  <a:srgbClr val="232D3C"/>
                </a:solidFill>
                <a:latin typeface="Aptos"/>
              </a:defRPr>
            </a:pPr>
            <a:r>
              <a:t>Abstract</a:t>
            </a:r>
          </a:p>
        </p:txBody>
      </p:sp>
      <p:sp>
        <p:nvSpPr>
          <p:cNvPr id="3" name="Content Placeholder 2">
            <a:extLst>
              <a:ext uri="{FF2B5EF4-FFF2-40B4-BE49-F238E27FC236}">
                <a16:creationId xmlns:a16="http://schemas.microsoft.com/office/drawing/2014/main" id="{D4712F73-2B13-AB30-C0D8-CBA5CE269654}"/>
              </a:ext>
            </a:extLst>
          </p:cNvPr>
          <p:cNvSpPr>
            <a:spLocks noGrp="1"/>
          </p:cNvSpPr>
          <p:nvPr>
            <p:ph idx="1"/>
          </p:nvPr>
        </p:nvSpPr>
        <p:spPr/>
        <p:txBody>
          <a:bodyPr wrap="square" lIns="164592" tIns="109728" rIns="164592" bIns="73152" anchor="t"/>
          <a:lstStyle/>
          <a:p>
            <a:pPr>
              <a:spcAft>
                <a:spcPts val="500"/>
              </a:spcAft>
              <a:defRPr sz="1700" b="0">
                <a:solidFill>
                  <a:srgbClr val="232D3C"/>
                </a:solidFill>
                <a:latin typeface="Aptos"/>
              </a:defRPr>
            </a:pPr>
            <a:r>
              <a:t>The Intercity Bus Reservation System is a basic Java console application that helps a user view bus routes between cities and reserve a seat.</a:t>
            </a:r>
            <a:endParaRPr lang="en-IN"/>
          </a:p>
          <a:p>
            <a:pPr>
              <a:spcAft>
                <a:spcPts val="500"/>
              </a:spcAft>
              <a:defRPr sz="1700" b="0">
                <a:solidFill>
                  <a:srgbClr val="232D3C"/>
                </a:solidFill>
                <a:latin typeface="Aptos"/>
              </a:defRPr>
            </a:pPr>
            <a:endParaRPr lang="en-IN"/>
          </a:p>
          <a:p>
            <a:pPr>
              <a:spcAft>
                <a:spcPts val="500"/>
              </a:spcAft>
              <a:defRPr sz="1700" b="0">
                <a:solidFill>
                  <a:srgbClr val="232D3C"/>
                </a:solidFill>
                <a:latin typeface="Aptos"/>
              </a:defRPr>
            </a:pPr>
            <a:r>
              <a:t>The program accepts input from the user, displays available route details, and uses simple conditions and loops to guide the booking process. Arrays can be used to represent seat availability, while methods divide the program into smaller tasks.</a:t>
            </a:r>
          </a:p>
          <a:p>
            <a:pPr>
              <a:spcAft>
                <a:spcPts val="500"/>
              </a:spcAft>
              <a:defRPr sz="1700" b="0">
                <a:solidFill>
                  <a:srgbClr val="232D3C"/>
                </a:solidFill>
                <a:latin typeface="Aptos"/>
              </a:defRPr>
            </a:pPr>
            <a:endParaRPr/>
          </a:p>
          <a:p>
            <a:pPr>
              <a:spcAft>
                <a:spcPts val="500"/>
              </a:spcAft>
              <a:defRPr sz="1700" b="0">
                <a:solidFill>
                  <a:srgbClr val="232D3C"/>
                </a:solidFill>
                <a:latin typeface="Aptos"/>
              </a:defRPr>
            </a:pPr>
            <a:r>
              <a:t>The project demonstrates Java fundamentals from the syllabus. It is an educational prototype, not a commercial booking platform.</a:t>
            </a:r>
          </a:p>
        </p:txBody>
      </p:sp>
      <p:sp>
        <p:nvSpPr>
          <p:cNvPr id="4" name="Date Placeholder 3">
            <a:extLst>
              <a:ext uri="{FF2B5EF4-FFF2-40B4-BE49-F238E27FC236}">
                <a16:creationId xmlns:a16="http://schemas.microsoft.com/office/drawing/2014/main" id="{6F8055FA-8EC1-0FDC-21CB-845F9016C706}"/>
              </a:ext>
            </a:extLst>
          </p:cNvPr>
          <p:cNvSpPr>
            <a:spLocks noGrp="1"/>
          </p:cNvSpPr>
          <p:nvPr>
            <p:ph type="dt" sz="half" idx="10"/>
          </p:nvPr>
        </p:nvSpPr>
        <p:spPr/>
        <p:txBody>
          <a:bodyPr/>
          <a:lstStyle/>
          <a:p>
            <a:fld id="{91D819AD-E7C0-4450-A29A-C3AB3AFFF6BF}" type="datetime1">
              <a:rPr lang="en-IN" smtClean="0"/>
              <a:t>15-10-2026</a:t>
            </a:fld>
            <a:endParaRPr lang="en-IN"/>
          </a:p>
        </p:txBody>
      </p:sp>
      <p:sp>
        <p:nvSpPr>
          <p:cNvPr id="5" name="Slide Number Placeholder 4">
            <a:extLst>
              <a:ext uri="{FF2B5EF4-FFF2-40B4-BE49-F238E27FC236}">
                <a16:creationId xmlns:a16="http://schemas.microsoft.com/office/drawing/2014/main" id="{229CFF38-D9B5-1B3E-0EC5-08CA2C2137B8}"/>
              </a:ext>
            </a:extLst>
          </p:cNvPr>
          <p:cNvSpPr>
            <a:spLocks noGrp="1"/>
          </p:cNvSpPr>
          <p:nvPr>
            <p:ph type="sldNum" sz="quarter" idx="12"/>
          </p:nvPr>
        </p:nvSpPr>
        <p:spPr/>
        <p:txBody>
          <a:bodyPr/>
          <a:lstStyle/>
          <a:p>
            <a:fld id="{CB012AB6-14AF-4351-87AD-D420B05274E1}" type="slidenum">
              <a:rPr lang="en-IN" smtClean="0"/>
              <a:t>2</a:t>
            </a:fld>
            <a:endParaRPr lang="en-IN"/>
          </a:p>
        </p:txBody>
      </p:sp>
    </p:spTree>
    <p:extLst>
      <p:ext uri="{BB962C8B-B14F-4D97-AF65-F5344CB8AC3E}">
        <p14:creationId xmlns:p14="http://schemas.microsoft.com/office/powerpoint/2010/main" val="67633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p:txBody>
          <a:bodyPr wrap="square"/>
          <a:lstStyle/>
          <a:p>
            <a:pPr>
              <a:spcAft>
                <a:spcPts val="500"/>
              </a:spcAft>
              <a:defRPr sz="2600" b="1">
                <a:solidFill>
                  <a:srgbClr val="232D3C"/>
                </a:solidFill>
                <a:latin typeface="Aptos"/>
              </a:defRPr>
            </a:pPr>
            <a:r>
              <a:rPr dirty="0"/>
              <a:t>Understanding Problem Statement</a:t>
            </a:r>
          </a:p>
        </p:txBody>
      </p:sp>
      <p:sp>
        <p:nvSpPr>
          <p:cNvPr id="3" name="Content Placeholder 2">
            <a:extLst>
              <a:ext uri="{FF2B5EF4-FFF2-40B4-BE49-F238E27FC236}">
                <a16:creationId xmlns:a16="http://schemas.microsoft.com/office/drawing/2014/main" id="{B7ACF377-DEED-0D67-3271-7CBBBC860DA8}"/>
              </a:ext>
            </a:extLst>
          </p:cNvPr>
          <p:cNvSpPr>
            <a:spLocks noGrp="1"/>
          </p:cNvSpPr>
          <p:nvPr>
            <p:ph idx="1"/>
          </p:nvPr>
        </p:nvSpPr>
        <p:spPr/>
        <p:txBody>
          <a:bodyPr wrap="square" lIns="164592" tIns="109728" rIns="164592" bIns="73152" anchor="t">
            <a:noAutofit/>
          </a:bodyPr>
          <a:lstStyle/>
          <a:p>
            <a:pPr>
              <a:spcAft>
                <a:spcPts val="500"/>
              </a:spcAft>
              <a:defRPr sz="1700" b="0">
                <a:solidFill>
                  <a:srgbClr val="232D3C"/>
                </a:solidFill>
                <a:latin typeface="Aptos"/>
              </a:defRPr>
            </a:pPr>
            <a:r>
              <a:rPr sz="1200" dirty="0"/>
              <a:t>Problem:</a:t>
            </a:r>
            <a:endParaRPr lang="en-IN" sz="1200" dirty="0"/>
          </a:p>
          <a:p>
            <a:pPr>
              <a:spcAft>
                <a:spcPts val="500"/>
              </a:spcAft>
              <a:defRPr sz="1700" b="0">
                <a:solidFill>
                  <a:srgbClr val="232D3C"/>
                </a:solidFill>
                <a:latin typeface="Aptos"/>
              </a:defRPr>
            </a:pPr>
            <a:r>
              <a:rPr sz="1200" dirty="0"/>
              <a:t>Manual bus booking can make it difficult to check route information and track which seats have been reserved.</a:t>
            </a:r>
          </a:p>
          <a:p>
            <a:pPr>
              <a:spcAft>
                <a:spcPts val="500"/>
              </a:spcAft>
              <a:defRPr sz="1700" b="0">
                <a:solidFill>
                  <a:srgbClr val="232D3C"/>
                </a:solidFill>
                <a:latin typeface="Aptos"/>
              </a:defRPr>
            </a:pPr>
            <a:endParaRPr sz="1200" dirty="0"/>
          </a:p>
          <a:p>
            <a:pPr>
              <a:spcAft>
                <a:spcPts val="500"/>
              </a:spcAft>
              <a:defRPr sz="1700" b="0">
                <a:solidFill>
                  <a:srgbClr val="232D3C"/>
                </a:solidFill>
                <a:latin typeface="Aptos"/>
              </a:defRPr>
            </a:pPr>
            <a:r>
              <a:rPr sz="1200" dirty="0"/>
              <a:t>Objective:</a:t>
            </a:r>
          </a:p>
          <a:p>
            <a:pPr>
              <a:spcAft>
                <a:spcPts val="500"/>
              </a:spcAft>
              <a:defRPr sz="1700" b="0">
                <a:solidFill>
                  <a:srgbClr val="232D3C"/>
                </a:solidFill>
                <a:latin typeface="Aptos"/>
              </a:defRPr>
            </a:pPr>
            <a:r>
              <a:rPr sz="1200" dirty="0"/>
              <a:t>Create a simple Java program that displays selected intercity routes, accepts a source and destination, shows basic bus information, and allows a user to choose a seat.</a:t>
            </a:r>
          </a:p>
          <a:p>
            <a:pPr>
              <a:spcAft>
                <a:spcPts val="500"/>
              </a:spcAft>
              <a:defRPr sz="1700" b="0">
                <a:solidFill>
                  <a:srgbClr val="232D3C"/>
                </a:solidFill>
                <a:latin typeface="Aptos"/>
              </a:defRPr>
            </a:pPr>
            <a:endParaRPr sz="1200" dirty="0"/>
          </a:p>
          <a:p>
            <a:pPr>
              <a:spcAft>
                <a:spcPts val="500"/>
              </a:spcAft>
              <a:defRPr sz="1700" b="0">
                <a:solidFill>
                  <a:srgbClr val="232D3C"/>
                </a:solidFill>
                <a:latin typeface="Aptos"/>
              </a:defRPr>
            </a:pPr>
            <a:r>
              <a:rPr sz="1200" dirty="0"/>
              <a:t>Basic workflow:</a:t>
            </a:r>
          </a:p>
          <a:p>
            <a:pPr>
              <a:spcAft>
                <a:spcPts val="500"/>
              </a:spcAft>
              <a:defRPr sz="1700" b="0">
                <a:solidFill>
                  <a:srgbClr val="232D3C"/>
                </a:solidFill>
                <a:latin typeface="Aptos"/>
              </a:defRPr>
            </a:pPr>
            <a:r>
              <a:rPr sz="1200" dirty="0"/>
              <a:t>1. Display the menu and available routes.</a:t>
            </a:r>
          </a:p>
          <a:p>
            <a:pPr>
              <a:spcAft>
                <a:spcPts val="500"/>
              </a:spcAft>
              <a:defRPr sz="1700" b="0">
                <a:solidFill>
                  <a:srgbClr val="232D3C"/>
                </a:solidFill>
                <a:latin typeface="Aptos"/>
              </a:defRPr>
            </a:pPr>
            <a:r>
              <a:rPr sz="1200" dirty="0"/>
              <a:t>2. Read the user's source and destination.</a:t>
            </a:r>
          </a:p>
          <a:p>
            <a:pPr>
              <a:spcAft>
                <a:spcPts val="500"/>
              </a:spcAft>
              <a:defRPr sz="1700" b="0">
                <a:solidFill>
                  <a:srgbClr val="232D3C"/>
                </a:solidFill>
                <a:latin typeface="Aptos"/>
              </a:defRPr>
            </a:pPr>
            <a:r>
              <a:rPr sz="1200" dirty="0"/>
              <a:t>3. Check the route using conditional statements.</a:t>
            </a:r>
          </a:p>
          <a:p>
            <a:pPr>
              <a:spcAft>
                <a:spcPts val="500"/>
              </a:spcAft>
              <a:defRPr sz="1700" b="0">
                <a:solidFill>
                  <a:srgbClr val="232D3C"/>
                </a:solidFill>
                <a:latin typeface="Aptos"/>
              </a:defRPr>
            </a:pPr>
            <a:r>
              <a:rPr sz="1200" dirty="0"/>
              <a:t>4. Display bus details and seat options.</a:t>
            </a:r>
          </a:p>
          <a:p>
            <a:pPr>
              <a:spcAft>
                <a:spcPts val="500"/>
              </a:spcAft>
              <a:defRPr sz="1700" b="0">
                <a:solidFill>
                  <a:srgbClr val="232D3C"/>
                </a:solidFill>
                <a:latin typeface="Aptos"/>
              </a:defRPr>
            </a:pPr>
            <a:r>
              <a:rPr sz="1200" dirty="0"/>
              <a:t>5. Confirm the booking and display a message.</a:t>
            </a:r>
          </a:p>
          <a:p>
            <a:pPr>
              <a:spcAft>
                <a:spcPts val="500"/>
              </a:spcAft>
              <a:defRPr sz="1700" b="0">
                <a:solidFill>
                  <a:srgbClr val="232D3C"/>
                </a:solidFill>
                <a:latin typeface="Aptos"/>
              </a:defRPr>
            </a:pPr>
            <a:endParaRPr sz="1200" dirty="0"/>
          </a:p>
          <a:p>
            <a:pPr>
              <a:spcAft>
                <a:spcPts val="500"/>
              </a:spcAft>
              <a:defRPr sz="1700" b="0">
                <a:solidFill>
                  <a:srgbClr val="232D3C"/>
                </a:solidFill>
                <a:latin typeface="Aptos"/>
              </a:defRPr>
            </a:pPr>
            <a:r>
              <a:rPr sz="1200" dirty="0"/>
              <a:t>Scope: This is a beginner-level console project. Online payment, live bus tracking, login, and real-time database connectivity are outside the current scope.</a:t>
            </a:r>
          </a:p>
        </p:txBody>
      </p:sp>
      <p:sp>
        <p:nvSpPr>
          <p:cNvPr id="4" name="Date Placeholder 3">
            <a:extLst>
              <a:ext uri="{FF2B5EF4-FFF2-40B4-BE49-F238E27FC236}">
                <a16:creationId xmlns:a16="http://schemas.microsoft.com/office/drawing/2014/main" id="{81A350AE-3599-26AF-9C41-62ADA08AED5A}"/>
              </a:ext>
            </a:extLst>
          </p:cNvPr>
          <p:cNvSpPr>
            <a:spLocks noGrp="1"/>
          </p:cNvSpPr>
          <p:nvPr>
            <p:ph type="dt" sz="half" idx="10"/>
          </p:nvPr>
        </p:nvSpPr>
        <p:spPr/>
        <p:txBody>
          <a:bodyPr/>
          <a:lstStyle/>
          <a:p>
            <a:fld id="{204A9410-9F72-4C75-ADBD-63106BC7C7D6}" type="datetime1">
              <a:rPr lang="en-IN" smtClean="0"/>
              <a:t>15-10-2026</a:t>
            </a:fld>
            <a:endParaRPr lang="en-IN"/>
          </a:p>
        </p:txBody>
      </p:sp>
      <p:sp>
        <p:nvSpPr>
          <p:cNvPr id="5" name="Slide Number Placeholder 4">
            <a:extLst>
              <a:ext uri="{FF2B5EF4-FFF2-40B4-BE49-F238E27FC236}">
                <a16:creationId xmlns:a16="http://schemas.microsoft.com/office/drawing/2014/main" id="{4A261277-3D40-ACA2-AEC9-E9A0E9DC1318}"/>
              </a:ext>
            </a:extLst>
          </p:cNvPr>
          <p:cNvSpPr>
            <a:spLocks noGrp="1"/>
          </p:cNvSpPr>
          <p:nvPr>
            <p:ph type="sldNum" sz="quarter" idx="12"/>
          </p:nvPr>
        </p:nvSpPr>
        <p:spPr/>
        <p:txBody>
          <a:bodyPr/>
          <a:lstStyle/>
          <a:p>
            <a:fld id="{CB012AB6-14AF-4351-87AD-D420B05274E1}" type="slidenum">
              <a:rPr lang="en-IN" smtClean="0"/>
              <a:t>3</a:t>
            </a:fld>
            <a:endParaRPr lang="en-IN"/>
          </a:p>
        </p:txBody>
      </p:sp>
    </p:spTree>
    <p:extLst>
      <p:ext uri="{BB962C8B-B14F-4D97-AF65-F5344CB8AC3E}">
        <p14:creationId xmlns:p14="http://schemas.microsoft.com/office/powerpoint/2010/main" val="398009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p:txBody>
          <a:bodyPr wrap="square"/>
          <a:lstStyle/>
          <a:p>
            <a:pPr>
              <a:spcAft>
                <a:spcPts val="500"/>
              </a:spcAft>
              <a:defRPr sz="2600" b="1">
                <a:solidFill>
                  <a:srgbClr val="232D3C"/>
                </a:solidFill>
                <a:latin typeface="Aptos"/>
              </a:defRPr>
            </a:pPr>
            <a:r>
              <a:t>CO 1 Topics — Java Foundations</a:t>
            </a:r>
          </a:p>
        </p:txBody>
      </p:sp>
      <p:sp>
        <p:nvSpPr>
          <p:cNvPr id="3" name="Content Placeholder 2">
            <a:extLst>
              <a:ext uri="{FF2B5EF4-FFF2-40B4-BE49-F238E27FC236}">
                <a16:creationId xmlns:a16="http://schemas.microsoft.com/office/drawing/2014/main" id="{9AFB5369-B8D0-CB2C-61B6-348BDF6E4004}"/>
              </a:ext>
            </a:extLst>
          </p:cNvPr>
          <p:cNvSpPr>
            <a:spLocks noGrp="1"/>
          </p:cNvSpPr>
          <p:nvPr>
            <p:ph idx="1"/>
          </p:nvPr>
        </p:nvSpPr>
        <p:spPr/>
        <p:txBody>
          <a:bodyPr wrap="square" lIns="164592" tIns="109728" rIns="164592" bIns="73152" anchor="t"/>
          <a:lstStyle/>
          <a:p>
            <a:pPr>
              <a:spcAft>
                <a:spcPts val="500"/>
              </a:spcAft>
              <a:defRPr sz="1700" b="0">
                <a:solidFill>
                  <a:srgbClr val="232D3C"/>
                </a:solidFill>
                <a:latin typeface="Aptos"/>
              </a:defRPr>
            </a:pPr>
            <a:r>
              <a:t>Syllabus topics applied:</a:t>
            </a:r>
            <a:endParaRPr lang="en-IN"/>
          </a:p>
          <a:p>
            <a:pPr>
              <a:spcAft>
                <a:spcPts val="500"/>
              </a:spcAft>
              <a:defRPr sz="1700" b="0">
                <a:solidFill>
                  <a:srgbClr val="232D3C"/>
                </a:solidFill>
                <a:latin typeface="Aptos"/>
              </a:defRPr>
            </a:pPr>
            <a:r>
              <a:t>• Problem solving and computational thinking</a:t>
            </a:r>
          </a:p>
          <a:p>
            <a:pPr>
              <a:spcAft>
                <a:spcPts val="500"/>
              </a:spcAft>
              <a:defRPr sz="1700" b="0">
                <a:solidFill>
                  <a:srgbClr val="232D3C"/>
                </a:solidFill>
                <a:latin typeface="Aptos"/>
              </a:defRPr>
            </a:pPr>
            <a:r>
              <a:t>• Java program structure and main() method</a:t>
            </a:r>
          </a:p>
          <a:p>
            <a:pPr>
              <a:spcAft>
                <a:spcPts val="500"/>
              </a:spcAft>
              <a:defRPr sz="1700" b="0">
                <a:solidFill>
                  <a:srgbClr val="232D3C"/>
                </a:solidFill>
                <a:latin typeface="Aptos"/>
              </a:defRPr>
            </a:pPr>
            <a:r>
              <a:t>• Variables, data types, constants and identifiers</a:t>
            </a:r>
          </a:p>
          <a:p>
            <a:pPr>
              <a:spcAft>
                <a:spcPts val="500"/>
              </a:spcAft>
              <a:defRPr sz="1700" b="0">
                <a:solidFill>
                  <a:srgbClr val="232D3C"/>
                </a:solidFill>
                <a:latin typeface="Aptos"/>
              </a:defRPr>
            </a:pPr>
            <a:r>
              <a:t>• Operators and expressions</a:t>
            </a:r>
          </a:p>
          <a:p>
            <a:pPr>
              <a:spcAft>
                <a:spcPts val="500"/>
              </a:spcAft>
              <a:defRPr sz="1700" b="0">
                <a:solidFill>
                  <a:srgbClr val="232D3C"/>
                </a:solidFill>
                <a:latin typeface="Aptos"/>
              </a:defRPr>
            </a:pPr>
            <a:r>
              <a:t>• Console input/output using Scanner and System.out.println()</a:t>
            </a:r>
          </a:p>
          <a:p>
            <a:pPr>
              <a:spcAft>
                <a:spcPts val="500"/>
              </a:spcAft>
              <a:defRPr sz="1700" b="0">
                <a:solidFill>
                  <a:srgbClr val="232D3C"/>
                </a:solidFill>
                <a:latin typeface="Aptos"/>
              </a:defRPr>
            </a:pPr>
            <a:endParaRPr/>
          </a:p>
          <a:p>
            <a:pPr>
              <a:spcAft>
                <a:spcPts val="500"/>
              </a:spcAft>
              <a:defRPr sz="1700" b="0">
                <a:solidFill>
                  <a:srgbClr val="232D3C"/>
                </a:solidFill>
                <a:latin typeface="Aptos"/>
              </a:defRPr>
            </a:pPr>
            <a:r>
              <a:t>How they are used:</a:t>
            </a:r>
          </a:p>
          <a:p>
            <a:pPr>
              <a:spcAft>
                <a:spcPts val="500"/>
              </a:spcAft>
              <a:defRPr sz="1700" b="0">
                <a:solidFill>
                  <a:srgbClr val="232D3C"/>
                </a:solidFill>
                <a:latin typeface="Aptos"/>
              </a:defRPr>
            </a:pPr>
            <a:r>
              <a:t>Variables store the source city, destination city, bus name, seat number, and booking choice. Scanner reads the user's choices, while print statements display routes and booking details. Operators and simple expressions support menu and seat-related calculations.</a:t>
            </a:r>
          </a:p>
        </p:txBody>
      </p:sp>
      <p:sp>
        <p:nvSpPr>
          <p:cNvPr id="4" name="Date Placeholder 3">
            <a:extLst>
              <a:ext uri="{FF2B5EF4-FFF2-40B4-BE49-F238E27FC236}">
                <a16:creationId xmlns:a16="http://schemas.microsoft.com/office/drawing/2014/main" id="{DC07C684-562B-9D58-E086-68CEC325CB0E}"/>
              </a:ext>
            </a:extLst>
          </p:cNvPr>
          <p:cNvSpPr>
            <a:spLocks noGrp="1"/>
          </p:cNvSpPr>
          <p:nvPr>
            <p:ph type="dt" sz="half" idx="10"/>
          </p:nvPr>
        </p:nvSpPr>
        <p:spPr/>
        <p:txBody>
          <a:bodyPr/>
          <a:lstStyle/>
          <a:p>
            <a:fld id="{98A7212C-F907-4AC4-966E-162B34E8EFA5}" type="datetime1">
              <a:rPr lang="en-IN" smtClean="0"/>
              <a:t>15-10-2026</a:t>
            </a:fld>
            <a:endParaRPr lang="en-IN"/>
          </a:p>
        </p:txBody>
      </p:sp>
      <p:sp>
        <p:nvSpPr>
          <p:cNvPr id="5" name="Slide Number Placeholder 4">
            <a:extLst>
              <a:ext uri="{FF2B5EF4-FFF2-40B4-BE49-F238E27FC236}">
                <a16:creationId xmlns:a16="http://schemas.microsoft.com/office/drawing/2014/main" id="{24433CBD-9819-BA1C-8720-D89215B1A639}"/>
              </a:ext>
            </a:extLst>
          </p:cNvPr>
          <p:cNvSpPr>
            <a:spLocks noGrp="1"/>
          </p:cNvSpPr>
          <p:nvPr>
            <p:ph type="sldNum" sz="quarter" idx="12"/>
          </p:nvPr>
        </p:nvSpPr>
        <p:spPr/>
        <p:txBody>
          <a:bodyPr/>
          <a:lstStyle/>
          <a:p>
            <a:fld id="{CB012AB6-14AF-4351-87AD-D420B05274E1}" type="slidenum">
              <a:rPr lang="en-IN" smtClean="0"/>
              <a:t>4</a:t>
            </a:fld>
            <a:endParaRPr lang="en-IN"/>
          </a:p>
        </p:txBody>
      </p:sp>
    </p:spTree>
    <p:extLst>
      <p:ext uri="{BB962C8B-B14F-4D97-AF65-F5344CB8AC3E}">
        <p14:creationId xmlns:p14="http://schemas.microsoft.com/office/powerpoint/2010/main" val="41042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FDF4-A21D-11D6-CA7A-382058E2F499}"/>
              </a:ext>
            </a:extLst>
          </p:cNvPr>
          <p:cNvSpPr>
            <a:spLocks noGrp="1"/>
          </p:cNvSpPr>
          <p:nvPr>
            <p:ph type="title"/>
          </p:nvPr>
        </p:nvSpPr>
        <p:spPr/>
        <p:txBody>
          <a:bodyPr wrap="square"/>
          <a:lstStyle/>
          <a:p>
            <a:pPr>
              <a:spcAft>
                <a:spcPts val="500"/>
              </a:spcAft>
              <a:defRPr sz="2600" b="1">
                <a:solidFill>
                  <a:srgbClr val="232D3C"/>
                </a:solidFill>
                <a:latin typeface="Aptos"/>
              </a:defRPr>
            </a:pPr>
            <a:r>
              <a:t>CO 2 Topics — Control Flow</a:t>
            </a:r>
          </a:p>
        </p:txBody>
      </p:sp>
      <p:sp>
        <p:nvSpPr>
          <p:cNvPr id="3" name="Content Placeholder 2">
            <a:extLst>
              <a:ext uri="{FF2B5EF4-FFF2-40B4-BE49-F238E27FC236}">
                <a16:creationId xmlns:a16="http://schemas.microsoft.com/office/drawing/2014/main" id="{78027864-8698-BA0E-D44D-3E693AAB48AD}"/>
              </a:ext>
            </a:extLst>
          </p:cNvPr>
          <p:cNvSpPr>
            <a:spLocks noGrp="1"/>
          </p:cNvSpPr>
          <p:nvPr>
            <p:ph idx="1"/>
          </p:nvPr>
        </p:nvSpPr>
        <p:spPr/>
        <p:txBody>
          <a:bodyPr wrap="square" lIns="164592" tIns="109728" rIns="164592" bIns="73152" anchor="t"/>
          <a:lstStyle/>
          <a:p>
            <a:pPr>
              <a:spcAft>
                <a:spcPts val="500"/>
              </a:spcAft>
              <a:defRPr sz="1700" b="0">
                <a:solidFill>
                  <a:srgbClr val="232D3C"/>
                </a:solidFill>
                <a:latin typeface="Aptos"/>
              </a:defRPr>
            </a:pPr>
            <a:r>
              <a:t>Syllabus topics applied:</a:t>
            </a:r>
            <a:endParaRPr lang="en-IN"/>
          </a:p>
          <a:p>
            <a:pPr>
              <a:spcAft>
                <a:spcPts val="500"/>
              </a:spcAft>
              <a:defRPr sz="1700" b="0">
                <a:solidFill>
                  <a:srgbClr val="232D3C"/>
                </a:solidFill>
                <a:latin typeface="Aptos"/>
              </a:defRPr>
            </a:pPr>
            <a:r>
              <a:t>• if, if-else and else-if statements</a:t>
            </a:r>
          </a:p>
          <a:p>
            <a:pPr>
              <a:spcAft>
                <a:spcPts val="500"/>
              </a:spcAft>
              <a:defRPr sz="1700" b="0">
                <a:solidFill>
                  <a:srgbClr val="232D3C"/>
                </a:solidFill>
                <a:latin typeface="Aptos"/>
              </a:defRPr>
            </a:pPr>
            <a:r>
              <a:t>• switch statements (if used for the menu)</a:t>
            </a:r>
          </a:p>
          <a:p>
            <a:pPr>
              <a:spcAft>
                <a:spcPts val="500"/>
              </a:spcAft>
              <a:defRPr sz="1700" b="0">
                <a:solidFill>
                  <a:srgbClr val="232D3C"/>
                </a:solidFill>
                <a:latin typeface="Aptos"/>
              </a:defRPr>
            </a:pPr>
            <a:r>
              <a:t>• for and while loops</a:t>
            </a:r>
          </a:p>
          <a:p>
            <a:pPr>
              <a:spcAft>
                <a:spcPts val="500"/>
              </a:spcAft>
              <a:defRPr sz="1700" b="0">
                <a:solidFill>
                  <a:srgbClr val="232D3C"/>
                </a:solidFill>
                <a:latin typeface="Aptos"/>
              </a:defRPr>
            </a:pPr>
            <a:r>
              <a:t>• break and menu repetition</a:t>
            </a:r>
          </a:p>
          <a:p>
            <a:pPr>
              <a:spcAft>
                <a:spcPts val="500"/>
              </a:spcAft>
              <a:defRPr sz="1700" b="0">
                <a:solidFill>
                  <a:srgbClr val="232D3C"/>
                </a:solidFill>
                <a:latin typeface="Aptos"/>
              </a:defRPr>
            </a:pPr>
            <a:endParaRPr/>
          </a:p>
          <a:p>
            <a:pPr>
              <a:spcAft>
                <a:spcPts val="500"/>
              </a:spcAft>
              <a:defRPr sz="1700" b="0">
                <a:solidFill>
                  <a:srgbClr val="232D3C"/>
                </a:solidFill>
                <a:latin typeface="Aptos"/>
              </a:defRPr>
            </a:pPr>
            <a:r>
              <a:t>How they are used:</a:t>
            </a:r>
          </a:p>
          <a:p>
            <a:pPr>
              <a:spcAft>
                <a:spcPts val="500"/>
              </a:spcAft>
              <a:defRPr sz="1700" b="0">
                <a:solidFill>
                  <a:srgbClr val="232D3C"/>
                </a:solidFill>
                <a:latin typeface="Aptos"/>
              </a:defRPr>
            </a:pPr>
            <a:r>
              <a:t>Conditional statements check whether the selected source and destination match a supported route. Loops display the menu again or repeat seat selection. A loop can also show a list of routes or seats. The program uses these controls to guide the user through the booking steps.</a:t>
            </a:r>
          </a:p>
        </p:txBody>
      </p:sp>
      <p:sp>
        <p:nvSpPr>
          <p:cNvPr id="4" name="Date Placeholder 3">
            <a:extLst>
              <a:ext uri="{FF2B5EF4-FFF2-40B4-BE49-F238E27FC236}">
                <a16:creationId xmlns:a16="http://schemas.microsoft.com/office/drawing/2014/main" id="{08D11724-4931-2511-D4E0-AFF95EF4DE35}"/>
              </a:ext>
            </a:extLst>
          </p:cNvPr>
          <p:cNvSpPr>
            <a:spLocks noGrp="1"/>
          </p:cNvSpPr>
          <p:nvPr>
            <p:ph type="dt" sz="half" idx="10"/>
          </p:nvPr>
        </p:nvSpPr>
        <p:spPr/>
        <p:txBody>
          <a:bodyPr/>
          <a:lstStyle/>
          <a:p>
            <a:fld id="{64EA43E7-AB4E-4C38-9410-6577E2291C02}" type="datetime1">
              <a:rPr lang="en-IN" smtClean="0"/>
              <a:t>15-10-2026</a:t>
            </a:fld>
            <a:endParaRPr lang="en-IN"/>
          </a:p>
        </p:txBody>
      </p:sp>
      <p:sp>
        <p:nvSpPr>
          <p:cNvPr id="5" name="Slide Number Placeholder 4">
            <a:extLst>
              <a:ext uri="{FF2B5EF4-FFF2-40B4-BE49-F238E27FC236}">
                <a16:creationId xmlns:a16="http://schemas.microsoft.com/office/drawing/2014/main" id="{552284BF-AE73-C39E-0CCD-CD938FF84864}"/>
              </a:ext>
            </a:extLst>
          </p:cNvPr>
          <p:cNvSpPr>
            <a:spLocks noGrp="1"/>
          </p:cNvSpPr>
          <p:nvPr>
            <p:ph type="sldNum" sz="quarter" idx="12"/>
          </p:nvPr>
        </p:nvSpPr>
        <p:spPr/>
        <p:txBody>
          <a:bodyPr/>
          <a:lstStyle/>
          <a:p>
            <a:fld id="{CB012AB6-14AF-4351-87AD-D420B05274E1}" type="slidenum">
              <a:rPr lang="en-IN" smtClean="0"/>
              <a:t>5</a:t>
            </a:fld>
            <a:endParaRPr lang="en-IN"/>
          </a:p>
        </p:txBody>
      </p:sp>
    </p:spTree>
    <p:extLst>
      <p:ext uri="{BB962C8B-B14F-4D97-AF65-F5344CB8AC3E}">
        <p14:creationId xmlns:p14="http://schemas.microsoft.com/office/powerpoint/2010/main" val="417811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DFB-DFEC-7A21-D889-17965A225820}"/>
              </a:ext>
            </a:extLst>
          </p:cNvPr>
          <p:cNvSpPr>
            <a:spLocks noGrp="1"/>
          </p:cNvSpPr>
          <p:nvPr>
            <p:ph type="title"/>
          </p:nvPr>
        </p:nvSpPr>
        <p:spPr/>
        <p:txBody>
          <a:bodyPr wrap="square"/>
          <a:lstStyle/>
          <a:p>
            <a:pPr>
              <a:spcAft>
                <a:spcPts val="500"/>
              </a:spcAft>
              <a:defRPr sz="2600" b="1">
                <a:solidFill>
                  <a:srgbClr val="232D3C"/>
                </a:solidFill>
                <a:latin typeface="Aptos"/>
              </a:defRPr>
            </a:pPr>
            <a:r>
              <a:t>CO 3 Topics — Methods and Arrays</a:t>
            </a:r>
          </a:p>
        </p:txBody>
      </p:sp>
      <p:sp>
        <p:nvSpPr>
          <p:cNvPr id="3" name="Content Placeholder 2">
            <a:extLst>
              <a:ext uri="{FF2B5EF4-FFF2-40B4-BE49-F238E27FC236}">
                <a16:creationId xmlns:a16="http://schemas.microsoft.com/office/drawing/2014/main" id="{AE8ACD64-BF58-761A-504E-C381351EE857}"/>
              </a:ext>
            </a:extLst>
          </p:cNvPr>
          <p:cNvSpPr>
            <a:spLocks noGrp="1"/>
          </p:cNvSpPr>
          <p:nvPr>
            <p:ph idx="1"/>
          </p:nvPr>
        </p:nvSpPr>
        <p:spPr/>
        <p:txBody>
          <a:bodyPr wrap="square" lIns="164592" tIns="109728" rIns="164592" bIns="73152" anchor="t"/>
          <a:lstStyle/>
          <a:p>
            <a:pPr>
              <a:spcAft>
                <a:spcPts val="500"/>
              </a:spcAft>
              <a:defRPr sz="1700" b="0">
                <a:solidFill>
                  <a:srgbClr val="232D3C"/>
                </a:solidFill>
                <a:latin typeface="Aptos"/>
              </a:defRPr>
            </a:pPr>
            <a:r>
              <a:t>Syllabus topics applied:</a:t>
            </a:r>
            <a:endParaRPr lang="en-IN"/>
          </a:p>
          <a:p>
            <a:pPr>
              <a:spcAft>
                <a:spcPts val="500"/>
              </a:spcAft>
              <a:defRPr sz="1700" b="0">
                <a:solidFill>
                  <a:srgbClr val="232D3C"/>
                </a:solidFill>
                <a:latin typeface="Aptos"/>
              </a:defRPr>
            </a:pPr>
            <a:r>
              <a:t>• Methods: definition, invocation and parameters</a:t>
            </a:r>
          </a:p>
          <a:p>
            <a:pPr>
              <a:spcAft>
                <a:spcPts val="500"/>
              </a:spcAft>
              <a:defRPr sz="1700" b="0">
                <a:solidFill>
                  <a:srgbClr val="232D3C"/>
                </a:solidFill>
                <a:latin typeface="Aptos"/>
              </a:defRPr>
            </a:pPr>
            <a:r>
              <a:t>• Return values (where required)</a:t>
            </a:r>
          </a:p>
          <a:p>
            <a:pPr>
              <a:spcAft>
                <a:spcPts val="500"/>
              </a:spcAft>
              <a:defRPr sz="1700" b="0">
                <a:solidFill>
                  <a:srgbClr val="232D3C"/>
                </a:solidFill>
                <a:latin typeface="Aptos"/>
              </a:defRPr>
            </a:pPr>
            <a:r>
              <a:t>• One-dimensional arrays</a:t>
            </a:r>
          </a:p>
          <a:p>
            <a:pPr>
              <a:spcAft>
                <a:spcPts val="500"/>
              </a:spcAft>
              <a:defRPr sz="1700" b="0">
                <a:solidFill>
                  <a:srgbClr val="232D3C"/>
                </a:solidFill>
                <a:latin typeface="Aptos"/>
              </a:defRPr>
            </a:pPr>
            <a:r>
              <a:t>• Array traversal and searching</a:t>
            </a:r>
          </a:p>
          <a:p>
            <a:pPr>
              <a:spcAft>
                <a:spcPts val="500"/>
              </a:spcAft>
              <a:defRPr sz="1700" b="0">
                <a:solidFill>
                  <a:srgbClr val="232D3C"/>
                </a:solidFill>
                <a:latin typeface="Aptos"/>
              </a:defRPr>
            </a:pPr>
            <a:endParaRPr/>
          </a:p>
          <a:p>
            <a:pPr>
              <a:spcAft>
                <a:spcPts val="500"/>
              </a:spcAft>
              <a:defRPr sz="1700" b="0">
                <a:solidFill>
                  <a:srgbClr val="232D3C"/>
                </a:solidFill>
                <a:latin typeface="Aptos"/>
              </a:defRPr>
            </a:pPr>
            <a:r>
              <a:t>How they are used:</a:t>
            </a:r>
          </a:p>
          <a:p>
            <a:pPr>
              <a:spcAft>
                <a:spcPts val="500"/>
              </a:spcAft>
              <a:defRPr sz="1700" b="0">
                <a:solidFill>
                  <a:srgbClr val="232D3C"/>
                </a:solidFill>
                <a:latin typeface="Aptos"/>
              </a:defRPr>
            </a:pPr>
            <a:r>
              <a:t>The program can be divided into methods such as displayMenu(), showRoutes(), and bookSeat(). Parameters pass the selected route or seat number to a method. An array can store seat status, for example 0 for available and 1 for booked. A loop searches the array and displays seat availability. Only the basic array concepts needed for this project are used.</a:t>
            </a:r>
          </a:p>
        </p:txBody>
      </p:sp>
      <p:sp>
        <p:nvSpPr>
          <p:cNvPr id="4" name="Date Placeholder 3">
            <a:extLst>
              <a:ext uri="{FF2B5EF4-FFF2-40B4-BE49-F238E27FC236}">
                <a16:creationId xmlns:a16="http://schemas.microsoft.com/office/drawing/2014/main" id="{8E0078FF-2013-E475-6F3D-0A16F8585865}"/>
              </a:ext>
            </a:extLst>
          </p:cNvPr>
          <p:cNvSpPr>
            <a:spLocks noGrp="1"/>
          </p:cNvSpPr>
          <p:nvPr>
            <p:ph type="dt" sz="half" idx="10"/>
          </p:nvPr>
        </p:nvSpPr>
        <p:spPr/>
        <p:txBody>
          <a:bodyPr/>
          <a:lstStyle/>
          <a:p>
            <a:fld id="{FADF71FF-0CE0-4D83-9933-F69CED863D80}" type="datetime1">
              <a:rPr lang="en-IN" smtClean="0"/>
              <a:t>15-10-2026</a:t>
            </a:fld>
            <a:endParaRPr lang="en-IN"/>
          </a:p>
        </p:txBody>
      </p:sp>
      <p:sp>
        <p:nvSpPr>
          <p:cNvPr id="5" name="Slide Number Placeholder 4">
            <a:extLst>
              <a:ext uri="{FF2B5EF4-FFF2-40B4-BE49-F238E27FC236}">
                <a16:creationId xmlns:a16="http://schemas.microsoft.com/office/drawing/2014/main" id="{95DE39BA-552D-5E87-9C16-8B5724296666}"/>
              </a:ext>
            </a:extLst>
          </p:cNvPr>
          <p:cNvSpPr>
            <a:spLocks noGrp="1"/>
          </p:cNvSpPr>
          <p:nvPr>
            <p:ph type="sldNum" sz="quarter" idx="12"/>
          </p:nvPr>
        </p:nvSpPr>
        <p:spPr/>
        <p:txBody>
          <a:bodyPr/>
          <a:lstStyle/>
          <a:p>
            <a:fld id="{CB012AB6-14AF-4351-87AD-D420B05274E1}" type="slidenum">
              <a:rPr lang="en-IN" smtClean="0"/>
              <a:t>6</a:t>
            </a:fld>
            <a:endParaRPr lang="en-IN"/>
          </a:p>
        </p:txBody>
      </p:sp>
    </p:spTree>
    <p:extLst>
      <p:ext uri="{BB962C8B-B14F-4D97-AF65-F5344CB8AC3E}">
        <p14:creationId xmlns:p14="http://schemas.microsoft.com/office/powerpoint/2010/main" val="186987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E591A-E528-51A2-6477-BF5075B32601}"/>
              </a:ext>
            </a:extLst>
          </p:cNvPr>
          <p:cNvSpPr>
            <a:spLocks noGrp="1"/>
          </p:cNvSpPr>
          <p:nvPr>
            <p:ph type="title"/>
          </p:nvPr>
        </p:nvSpPr>
        <p:spPr/>
        <p:txBody>
          <a:bodyPr wrap="square"/>
          <a:lstStyle/>
          <a:p>
            <a:pPr>
              <a:spcAft>
                <a:spcPts val="500"/>
              </a:spcAft>
              <a:defRPr sz="2600" b="1">
                <a:solidFill>
                  <a:srgbClr val="232D3C"/>
                </a:solidFill>
                <a:latin typeface="Aptos"/>
              </a:defRPr>
            </a:pPr>
            <a:r>
              <a:t>CO 4 Topics — OOP and Exception Handling</a:t>
            </a:r>
          </a:p>
        </p:txBody>
      </p:sp>
      <p:sp>
        <p:nvSpPr>
          <p:cNvPr id="3" name="Content Placeholder 2">
            <a:extLst>
              <a:ext uri="{FF2B5EF4-FFF2-40B4-BE49-F238E27FC236}">
                <a16:creationId xmlns:a16="http://schemas.microsoft.com/office/drawing/2014/main" id="{44C763C4-B644-2CBF-4AE1-87632858C4E5}"/>
              </a:ext>
            </a:extLst>
          </p:cNvPr>
          <p:cNvSpPr>
            <a:spLocks noGrp="1"/>
          </p:cNvSpPr>
          <p:nvPr>
            <p:ph idx="1"/>
          </p:nvPr>
        </p:nvSpPr>
        <p:spPr/>
        <p:txBody>
          <a:bodyPr wrap="square" lIns="164592" tIns="109728" rIns="164592" bIns="73152" anchor="t">
            <a:normAutofit/>
          </a:bodyPr>
          <a:lstStyle/>
          <a:p>
            <a:pPr>
              <a:spcAft>
                <a:spcPts val="500"/>
              </a:spcAft>
              <a:defRPr sz="1700" b="0">
                <a:solidFill>
                  <a:srgbClr val="232D3C"/>
                </a:solidFill>
                <a:latin typeface="Aptos"/>
              </a:defRPr>
            </a:pPr>
            <a:r>
              <a:rPr dirty="0"/>
              <a:t>Syllabus topics applied:</a:t>
            </a:r>
            <a:endParaRPr lang="en-IN" dirty="0"/>
          </a:p>
          <a:p>
            <a:pPr>
              <a:spcAft>
                <a:spcPts val="500"/>
              </a:spcAft>
              <a:defRPr sz="1700" b="0">
                <a:solidFill>
                  <a:srgbClr val="232D3C"/>
                </a:solidFill>
                <a:latin typeface="Aptos"/>
              </a:defRPr>
            </a:pPr>
            <a:r>
              <a:rPr dirty="0"/>
              <a:t>• Classes and objects</a:t>
            </a:r>
          </a:p>
          <a:p>
            <a:pPr>
              <a:spcAft>
                <a:spcPts val="500"/>
              </a:spcAft>
              <a:defRPr sz="1700" b="0">
                <a:solidFill>
                  <a:srgbClr val="232D3C"/>
                </a:solidFill>
                <a:latin typeface="Aptos"/>
              </a:defRPr>
            </a:pPr>
            <a:r>
              <a:rPr dirty="0"/>
              <a:t>• Fields and methods</a:t>
            </a:r>
          </a:p>
          <a:p>
            <a:pPr>
              <a:spcAft>
                <a:spcPts val="500"/>
              </a:spcAft>
              <a:defRPr sz="1700" b="0">
                <a:solidFill>
                  <a:srgbClr val="232D3C"/>
                </a:solidFill>
                <a:latin typeface="Aptos"/>
              </a:defRPr>
            </a:pPr>
            <a:r>
              <a:rPr dirty="0"/>
              <a:t>• Constructors </a:t>
            </a:r>
          </a:p>
          <a:p>
            <a:pPr>
              <a:spcAft>
                <a:spcPts val="500"/>
              </a:spcAft>
              <a:defRPr sz="1700" b="0">
                <a:solidFill>
                  <a:srgbClr val="232D3C"/>
                </a:solidFill>
                <a:latin typeface="Aptos"/>
              </a:defRPr>
            </a:pPr>
            <a:endParaRPr dirty="0"/>
          </a:p>
          <a:p>
            <a:pPr>
              <a:spcAft>
                <a:spcPts val="500"/>
              </a:spcAft>
              <a:defRPr sz="1700" b="0">
                <a:solidFill>
                  <a:srgbClr val="232D3C"/>
                </a:solidFill>
                <a:latin typeface="Aptos"/>
              </a:defRPr>
            </a:pPr>
            <a:r>
              <a:rPr dirty="0"/>
              <a:t>How they are used:</a:t>
            </a:r>
          </a:p>
          <a:p>
            <a:pPr>
              <a:spcAft>
                <a:spcPts val="500"/>
              </a:spcAft>
              <a:defRPr sz="1700" b="0">
                <a:solidFill>
                  <a:srgbClr val="232D3C"/>
                </a:solidFill>
                <a:latin typeface="Aptos"/>
              </a:defRPr>
            </a:pPr>
            <a:r>
              <a:rPr dirty="0"/>
              <a:t>A Bus class can represent a bus using fields such as </a:t>
            </a:r>
            <a:r>
              <a:rPr dirty="0" err="1"/>
              <a:t>busName</a:t>
            </a:r>
            <a:r>
              <a:rPr dirty="0"/>
              <a:t>, source, destination, and time. An object stores the details of one bus. Methods display or use those details. A constructor can initialize the bus fields. Basic exception handling can prevent the program from stopping when the user enters invalid numeric input. These concepts should be described as used only if they are present in the submitted code.</a:t>
            </a:r>
          </a:p>
        </p:txBody>
      </p:sp>
      <p:sp>
        <p:nvSpPr>
          <p:cNvPr id="4" name="Date Placeholder 3">
            <a:extLst>
              <a:ext uri="{FF2B5EF4-FFF2-40B4-BE49-F238E27FC236}">
                <a16:creationId xmlns:a16="http://schemas.microsoft.com/office/drawing/2014/main" id="{12815390-19B0-38A3-419D-59F37FA3AD2A}"/>
              </a:ext>
            </a:extLst>
          </p:cNvPr>
          <p:cNvSpPr>
            <a:spLocks noGrp="1"/>
          </p:cNvSpPr>
          <p:nvPr>
            <p:ph type="dt" sz="half" idx="10"/>
          </p:nvPr>
        </p:nvSpPr>
        <p:spPr/>
        <p:txBody>
          <a:bodyPr/>
          <a:lstStyle/>
          <a:p>
            <a:fld id="{07DE2E10-B9C9-4696-8C2C-567691D9BBFD}" type="datetime1">
              <a:rPr lang="en-IN" smtClean="0"/>
              <a:t>15-10-2026</a:t>
            </a:fld>
            <a:endParaRPr lang="en-IN"/>
          </a:p>
        </p:txBody>
      </p:sp>
      <p:sp>
        <p:nvSpPr>
          <p:cNvPr id="5" name="Slide Number Placeholder 4">
            <a:extLst>
              <a:ext uri="{FF2B5EF4-FFF2-40B4-BE49-F238E27FC236}">
                <a16:creationId xmlns:a16="http://schemas.microsoft.com/office/drawing/2014/main" id="{FD53250B-C6BE-E742-A34D-6B496E77E1B6}"/>
              </a:ext>
            </a:extLst>
          </p:cNvPr>
          <p:cNvSpPr>
            <a:spLocks noGrp="1"/>
          </p:cNvSpPr>
          <p:nvPr>
            <p:ph type="sldNum" sz="quarter" idx="12"/>
          </p:nvPr>
        </p:nvSpPr>
        <p:spPr/>
        <p:txBody>
          <a:bodyPr/>
          <a:lstStyle/>
          <a:p>
            <a:fld id="{CB012AB6-14AF-4351-87AD-D420B05274E1}" type="slidenum">
              <a:rPr lang="en-IN" smtClean="0"/>
              <a:t>7</a:t>
            </a:fld>
            <a:endParaRPr lang="en-IN"/>
          </a:p>
        </p:txBody>
      </p:sp>
    </p:spTree>
    <p:extLst>
      <p:ext uri="{BB962C8B-B14F-4D97-AF65-F5344CB8AC3E}">
        <p14:creationId xmlns:p14="http://schemas.microsoft.com/office/powerpoint/2010/main" val="2034974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4DDC3-4D1F-21CF-55F4-04AC539E2B86}"/>
              </a:ext>
            </a:extLst>
          </p:cNvPr>
          <p:cNvSpPr>
            <a:spLocks noGrp="1"/>
          </p:cNvSpPr>
          <p:nvPr>
            <p:ph type="title"/>
          </p:nvPr>
        </p:nvSpPr>
        <p:spPr/>
        <p:txBody>
          <a:bodyPr wrap="square"/>
          <a:lstStyle/>
          <a:p>
            <a:pPr>
              <a:spcAft>
                <a:spcPts val="500"/>
              </a:spcAft>
              <a:defRPr sz="2600" b="1">
                <a:solidFill>
                  <a:srgbClr val="232D3C"/>
                </a:solidFill>
                <a:latin typeface="Aptos"/>
              </a:defRPr>
            </a:pPr>
            <a:r>
              <a:t>CO 5 Topics — Strings and File I/O</a:t>
            </a:r>
          </a:p>
        </p:txBody>
      </p:sp>
      <p:sp>
        <p:nvSpPr>
          <p:cNvPr id="3" name="Content Placeholder 2">
            <a:extLst>
              <a:ext uri="{FF2B5EF4-FFF2-40B4-BE49-F238E27FC236}">
                <a16:creationId xmlns:a16="http://schemas.microsoft.com/office/drawing/2014/main" id="{AC22B8C9-B5A8-6FD1-7D16-20BF4FBD74F4}"/>
              </a:ext>
            </a:extLst>
          </p:cNvPr>
          <p:cNvSpPr>
            <a:spLocks noGrp="1"/>
          </p:cNvSpPr>
          <p:nvPr>
            <p:ph idx="1"/>
          </p:nvPr>
        </p:nvSpPr>
        <p:spPr/>
        <p:txBody>
          <a:bodyPr wrap="square" lIns="164592" tIns="109728" rIns="164592" bIns="73152" anchor="t"/>
          <a:lstStyle/>
          <a:p>
            <a:pPr>
              <a:spcAft>
                <a:spcPts val="500"/>
              </a:spcAft>
              <a:defRPr sz="1700" b="0">
                <a:solidFill>
                  <a:srgbClr val="232D3C"/>
                </a:solidFill>
                <a:latin typeface="Aptos"/>
              </a:defRPr>
            </a:pPr>
            <a:r>
              <a:rPr dirty="0"/>
              <a:t>Syllabus topics that may be used in the basic version:</a:t>
            </a:r>
            <a:endParaRPr lang="en-IN" dirty="0"/>
          </a:p>
          <a:p>
            <a:pPr>
              <a:spcAft>
                <a:spcPts val="500"/>
              </a:spcAft>
              <a:defRPr sz="1700" b="0">
                <a:solidFill>
                  <a:srgbClr val="232D3C"/>
                </a:solidFill>
                <a:latin typeface="Aptos"/>
              </a:defRPr>
            </a:pPr>
            <a:r>
              <a:rPr dirty="0"/>
              <a:t>• String variables and common String operations</a:t>
            </a:r>
          </a:p>
          <a:p>
            <a:pPr>
              <a:spcAft>
                <a:spcPts val="500"/>
              </a:spcAft>
              <a:defRPr sz="1700" b="0">
                <a:solidFill>
                  <a:srgbClr val="232D3C"/>
                </a:solidFill>
                <a:latin typeface="Aptos"/>
              </a:defRPr>
            </a:pPr>
            <a:r>
              <a:rPr dirty="0"/>
              <a:t>• equals() for comparing city names</a:t>
            </a:r>
          </a:p>
          <a:p>
            <a:pPr>
              <a:spcAft>
                <a:spcPts val="500"/>
              </a:spcAft>
              <a:defRPr sz="1700" b="0">
                <a:solidFill>
                  <a:srgbClr val="232D3C"/>
                </a:solidFill>
                <a:latin typeface="Aptos"/>
              </a:defRPr>
            </a:pPr>
            <a:r>
              <a:rPr dirty="0"/>
              <a:t>• Case conversion or trimming to make input checks more reliable</a:t>
            </a:r>
          </a:p>
          <a:p>
            <a:pPr marL="0" indent="0">
              <a:spcAft>
                <a:spcPts val="500"/>
              </a:spcAft>
              <a:buNone/>
              <a:defRPr sz="1700" b="0">
                <a:solidFill>
                  <a:srgbClr val="232D3C"/>
                </a:solidFill>
                <a:latin typeface="Aptos"/>
              </a:defRPr>
            </a:pPr>
            <a:endParaRPr dirty="0"/>
          </a:p>
          <a:p>
            <a:pPr>
              <a:spcAft>
                <a:spcPts val="500"/>
              </a:spcAft>
              <a:defRPr sz="1700" b="0">
                <a:solidFill>
                  <a:srgbClr val="232D3C"/>
                </a:solidFill>
                <a:latin typeface="Aptos"/>
              </a:defRPr>
            </a:pPr>
            <a:r>
              <a:rPr dirty="0"/>
              <a:t>How they relate to the project:</a:t>
            </a:r>
          </a:p>
          <a:p>
            <a:pPr>
              <a:spcAft>
                <a:spcPts val="500"/>
              </a:spcAft>
              <a:defRPr sz="1700" b="0">
                <a:solidFill>
                  <a:srgbClr val="232D3C"/>
                </a:solidFill>
                <a:latin typeface="Aptos"/>
              </a:defRPr>
            </a:pPr>
            <a:r>
              <a:rPr dirty="0"/>
              <a:t>City names and bus names are stored as Strings. Use equals() rather than == to compare their contents. If file handling is included, booking details can be written to and read from a text file. If the current code does not save files, present file I/O as a possible improvement—not as an implemented feature.</a:t>
            </a:r>
          </a:p>
        </p:txBody>
      </p:sp>
      <p:sp>
        <p:nvSpPr>
          <p:cNvPr id="4" name="Date Placeholder 3">
            <a:extLst>
              <a:ext uri="{FF2B5EF4-FFF2-40B4-BE49-F238E27FC236}">
                <a16:creationId xmlns:a16="http://schemas.microsoft.com/office/drawing/2014/main" id="{84AD4194-282F-9DD3-B905-AF4DCC709072}"/>
              </a:ext>
            </a:extLst>
          </p:cNvPr>
          <p:cNvSpPr>
            <a:spLocks noGrp="1"/>
          </p:cNvSpPr>
          <p:nvPr>
            <p:ph type="dt" sz="half" idx="10"/>
          </p:nvPr>
        </p:nvSpPr>
        <p:spPr/>
        <p:txBody>
          <a:bodyPr/>
          <a:lstStyle/>
          <a:p>
            <a:fld id="{07DE2E10-B9C9-4696-8C2C-567691D9BBFD}" type="datetime1">
              <a:rPr lang="en-IN" smtClean="0"/>
              <a:t>15-10-2026</a:t>
            </a:fld>
            <a:endParaRPr lang="en-IN"/>
          </a:p>
        </p:txBody>
      </p:sp>
      <p:sp>
        <p:nvSpPr>
          <p:cNvPr id="5" name="Slide Number Placeholder 4">
            <a:extLst>
              <a:ext uri="{FF2B5EF4-FFF2-40B4-BE49-F238E27FC236}">
                <a16:creationId xmlns:a16="http://schemas.microsoft.com/office/drawing/2014/main" id="{012EFFB7-2020-7F21-31F3-A08A79B5EFF2}"/>
              </a:ext>
            </a:extLst>
          </p:cNvPr>
          <p:cNvSpPr>
            <a:spLocks noGrp="1"/>
          </p:cNvSpPr>
          <p:nvPr>
            <p:ph type="sldNum" sz="quarter" idx="12"/>
          </p:nvPr>
        </p:nvSpPr>
        <p:spPr/>
        <p:txBody>
          <a:bodyPr/>
          <a:lstStyle/>
          <a:p>
            <a:fld id="{CB012AB6-14AF-4351-87AD-D420B05274E1}" type="slidenum">
              <a:rPr lang="en-IN" smtClean="0"/>
              <a:t>8</a:t>
            </a:fld>
            <a:endParaRPr lang="en-IN"/>
          </a:p>
        </p:txBody>
      </p:sp>
    </p:spTree>
    <p:extLst>
      <p:ext uri="{BB962C8B-B14F-4D97-AF65-F5344CB8AC3E}">
        <p14:creationId xmlns:p14="http://schemas.microsoft.com/office/powerpoint/2010/main" val="2377368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7C36F-68C1-38D5-BFA7-072938C7FF01}"/>
              </a:ext>
            </a:extLst>
          </p:cNvPr>
          <p:cNvSpPr>
            <a:spLocks noGrp="1"/>
          </p:cNvSpPr>
          <p:nvPr>
            <p:ph type="title"/>
          </p:nvPr>
        </p:nvSpPr>
        <p:spPr/>
        <p:txBody>
          <a:bodyPr wrap="square"/>
          <a:lstStyle/>
          <a:p>
            <a:pPr>
              <a:spcAft>
                <a:spcPts val="500"/>
              </a:spcAft>
              <a:defRPr sz="2600" b="1">
                <a:solidFill>
                  <a:srgbClr val="232D3C"/>
                </a:solidFill>
                <a:latin typeface="Aptos"/>
              </a:defRPr>
            </a:pPr>
            <a:r>
              <a:t>CO 6 Topics — Collections and Streams</a:t>
            </a:r>
          </a:p>
        </p:txBody>
      </p:sp>
      <p:sp>
        <p:nvSpPr>
          <p:cNvPr id="3" name="Content Placeholder 2">
            <a:extLst>
              <a:ext uri="{FF2B5EF4-FFF2-40B4-BE49-F238E27FC236}">
                <a16:creationId xmlns:a16="http://schemas.microsoft.com/office/drawing/2014/main" id="{4D1AB529-5F96-F28F-CD50-8BFE419EE30E}"/>
              </a:ext>
            </a:extLst>
          </p:cNvPr>
          <p:cNvSpPr>
            <a:spLocks noGrp="1"/>
          </p:cNvSpPr>
          <p:nvPr>
            <p:ph idx="1"/>
          </p:nvPr>
        </p:nvSpPr>
        <p:spPr/>
        <p:txBody>
          <a:bodyPr wrap="square" lIns="164592" tIns="109728" rIns="164592" bIns="73152" anchor="t"/>
          <a:lstStyle/>
          <a:p>
            <a:pPr>
              <a:spcAft>
                <a:spcPts val="500"/>
              </a:spcAft>
              <a:defRPr sz="1700" b="0">
                <a:solidFill>
                  <a:srgbClr val="232D3C"/>
                </a:solidFill>
                <a:latin typeface="Aptos"/>
              </a:defRPr>
            </a:pPr>
            <a:r>
              <a:t>Syllabus topics:</a:t>
            </a:r>
            <a:endParaRPr lang="en-IN"/>
          </a:p>
          <a:p>
            <a:pPr>
              <a:spcAft>
                <a:spcPts val="500"/>
              </a:spcAft>
              <a:defRPr sz="1700" b="0">
                <a:solidFill>
                  <a:srgbClr val="232D3C"/>
                </a:solidFill>
                <a:latin typeface="Aptos"/>
              </a:defRPr>
            </a:pPr>
            <a:r>
              <a:t>• List, Set and Map collections</a:t>
            </a:r>
          </a:p>
          <a:p>
            <a:pPr>
              <a:spcAft>
                <a:spcPts val="500"/>
              </a:spcAft>
              <a:defRPr sz="1700" b="0">
                <a:solidFill>
                  <a:srgbClr val="232D3C"/>
                </a:solidFill>
                <a:latin typeface="Aptos"/>
              </a:defRPr>
            </a:pPr>
            <a:r>
              <a:t>• Adding, removing and retrieving items</a:t>
            </a:r>
          </a:p>
          <a:p>
            <a:pPr>
              <a:spcAft>
                <a:spcPts val="500"/>
              </a:spcAft>
              <a:defRPr sz="1700" b="0">
                <a:solidFill>
                  <a:srgbClr val="232D3C"/>
                </a:solidFill>
                <a:latin typeface="Aptos"/>
              </a:defRPr>
            </a:pPr>
            <a:r>
              <a:t>• Iterating through a collection</a:t>
            </a:r>
          </a:p>
          <a:p>
            <a:pPr>
              <a:spcAft>
                <a:spcPts val="500"/>
              </a:spcAft>
              <a:defRPr sz="1700" b="0">
                <a:solidFill>
                  <a:srgbClr val="232D3C"/>
                </a:solidFill>
                <a:latin typeface="Aptos"/>
              </a:defRPr>
            </a:pPr>
            <a:r>
              <a:t>• Streams and operations such as filter() and forEach()</a:t>
            </a:r>
          </a:p>
          <a:p>
            <a:pPr>
              <a:spcAft>
                <a:spcPts val="500"/>
              </a:spcAft>
              <a:defRPr sz="1700" b="0">
                <a:solidFill>
                  <a:srgbClr val="232D3C"/>
                </a:solidFill>
                <a:latin typeface="Aptos"/>
              </a:defRPr>
            </a:pPr>
            <a:endParaRPr/>
          </a:p>
          <a:p>
            <a:pPr>
              <a:spcAft>
                <a:spcPts val="500"/>
              </a:spcAft>
              <a:defRPr sz="1700" b="0">
                <a:solidFill>
                  <a:srgbClr val="232D3C"/>
                </a:solidFill>
                <a:latin typeface="Aptos"/>
              </a:defRPr>
            </a:pPr>
            <a:r>
              <a:t>Connection to this project:</a:t>
            </a:r>
          </a:p>
          <a:p>
            <a:pPr>
              <a:spcAft>
                <a:spcPts val="500"/>
              </a:spcAft>
              <a:defRPr sz="1700" b="0">
                <a:solidFill>
                  <a:srgbClr val="232D3C"/>
                </a:solidFill>
                <a:latin typeface="Aptos"/>
              </a:defRPr>
            </a:pPr>
            <a:r>
              <a:t>The current beginner version can manage routes and seats with arrays, so Collections and Streams are not essential to its basic functionality. As a small extension, an ArrayList could store bus routes and a for-each loop could display them. Stream operations are an optional future extension and should not be claimed as implemented unless they appear in the actual Java code.</a:t>
            </a:r>
          </a:p>
        </p:txBody>
      </p:sp>
      <p:sp>
        <p:nvSpPr>
          <p:cNvPr id="4" name="Date Placeholder 3">
            <a:extLst>
              <a:ext uri="{FF2B5EF4-FFF2-40B4-BE49-F238E27FC236}">
                <a16:creationId xmlns:a16="http://schemas.microsoft.com/office/drawing/2014/main" id="{FCA7D639-42E4-340C-86C7-AC49E0E499A2}"/>
              </a:ext>
            </a:extLst>
          </p:cNvPr>
          <p:cNvSpPr>
            <a:spLocks noGrp="1"/>
          </p:cNvSpPr>
          <p:nvPr>
            <p:ph type="dt" sz="half" idx="10"/>
          </p:nvPr>
        </p:nvSpPr>
        <p:spPr/>
        <p:txBody>
          <a:bodyPr/>
          <a:lstStyle/>
          <a:p>
            <a:fld id="{07DE2E10-B9C9-4696-8C2C-567691D9BBFD}" type="datetime1">
              <a:rPr lang="en-IN" smtClean="0"/>
              <a:t>15-10-2026</a:t>
            </a:fld>
            <a:endParaRPr lang="en-IN"/>
          </a:p>
        </p:txBody>
      </p:sp>
      <p:sp>
        <p:nvSpPr>
          <p:cNvPr id="5" name="Slide Number Placeholder 4">
            <a:extLst>
              <a:ext uri="{FF2B5EF4-FFF2-40B4-BE49-F238E27FC236}">
                <a16:creationId xmlns:a16="http://schemas.microsoft.com/office/drawing/2014/main" id="{49D618D2-09FF-1F94-1B2A-BA5BD90DF337}"/>
              </a:ext>
            </a:extLst>
          </p:cNvPr>
          <p:cNvSpPr>
            <a:spLocks noGrp="1"/>
          </p:cNvSpPr>
          <p:nvPr>
            <p:ph type="sldNum" sz="quarter" idx="12"/>
          </p:nvPr>
        </p:nvSpPr>
        <p:spPr/>
        <p:txBody>
          <a:bodyPr/>
          <a:lstStyle/>
          <a:p>
            <a:fld id="{CB012AB6-14AF-4351-87AD-D420B05274E1}" type="slidenum">
              <a:rPr lang="en-IN" smtClean="0"/>
              <a:t>9</a:t>
            </a:fld>
            <a:endParaRPr lang="en-IN"/>
          </a:p>
        </p:txBody>
      </p:sp>
    </p:spTree>
    <p:extLst>
      <p:ext uri="{BB962C8B-B14F-4D97-AF65-F5344CB8AC3E}">
        <p14:creationId xmlns:p14="http://schemas.microsoft.com/office/powerpoint/2010/main" val="707117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3EA99-F47D-2257-B08A-C68A0CBF4287}"/>
              </a:ext>
            </a:extLst>
          </p:cNvPr>
          <p:cNvSpPr>
            <a:spLocks noGrp="1"/>
          </p:cNvSpPr>
          <p:nvPr>
            <p:ph type="title"/>
          </p:nvPr>
        </p:nvSpPr>
        <p:spPr/>
        <p:txBody>
          <a:bodyPr>
            <a:normAutofit/>
          </a:bodyPr>
          <a:lstStyle/>
          <a:p>
            <a:r>
              <a:rPr lang="en-IN" sz="3200" dirty="0"/>
              <a:t>Screenshot : </a:t>
            </a:r>
          </a:p>
        </p:txBody>
      </p:sp>
      <p:pic>
        <p:nvPicPr>
          <p:cNvPr id="7" name="Content Placeholder 6">
            <a:extLst>
              <a:ext uri="{FF2B5EF4-FFF2-40B4-BE49-F238E27FC236}">
                <a16:creationId xmlns:a16="http://schemas.microsoft.com/office/drawing/2014/main" id="{9C37C342-0A20-3D5E-44F0-A4DDDB830C30}"/>
              </a:ext>
            </a:extLst>
          </p:cNvPr>
          <p:cNvPicPr>
            <a:picLocks noGrp="1" noChangeAspect="1"/>
          </p:cNvPicPr>
          <p:nvPr>
            <p:ph idx="1"/>
          </p:nvPr>
        </p:nvPicPr>
        <p:blipFill>
          <a:blip r:embed="rId2"/>
          <a:stretch>
            <a:fillRect/>
          </a:stretch>
        </p:blipFill>
        <p:spPr>
          <a:xfrm>
            <a:off x="752231" y="1566496"/>
            <a:ext cx="3819769" cy="4351338"/>
          </a:xfrm>
          <a:prstGeom prst="rect">
            <a:avLst/>
          </a:prstGeom>
        </p:spPr>
      </p:pic>
      <p:sp>
        <p:nvSpPr>
          <p:cNvPr id="4" name="Date Placeholder 3">
            <a:extLst>
              <a:ext uri="{FF2B5EF4-FFF2-40B4-BE49-F238E27FC236}">
                <a16:creationId xmlns:a16="http://schemas.microsoft.com/office/drawing/2014/main" id="{95F72CB3-747A-4C20-0E6F-9E18336F49F5}"/>
              </a:ext>
            </a:extLst>
          </p:cNvPr>
          <p:cNvSpPr>
            <a:spLocks noGrp="1"/>
          </p:cNvSpPr>
          <p:nvPr>
            <p:ph type="dt" sz="half" idx="10"/>
          </p:nvPr>
        </p:nvSpPr>
        <p:spPr/>
        <p:txBody>
          <a:bodyPr/>
          <a:lstStyle/>
          <a:p>
            <a:fld id="{07DE2E10-B9C9-4696-8C2C-567691D9BBFD}" type="datetime1">
              <a:rPr lang="en-IN" smtClean="0"/>
              <a:t>15-10-2026</a:t>
            </a:fld>
            <a:endParaRPr lang="en-IN"/>
          </a:p>
        </p:txBody>
      </p:sp>
      <p:sp>
        <p:nvSpPr>
          <p:cNvPr id="5" name="Slide Number Placeholder 4">
            <a:extLst>
              <a:ext uri="{FF2B5EF4-FFF2-40B4-BE49-F238E27FC236}">
                <a16:creationId xmlns:a16="http://schemas.microsoft.com/office/drawing/2014/main" id="{BC9E3BC1-E5CA-1947-5328-75BAB9BB7B23}"/>
              </a:ext>
            </a:extLst>
          </p:cNvPr>
          <p:cNvSpPr>
            <a:spLocks noGrp="1"/>
          </p:cNvSpPr>
          <p:nvPr>
            <p:ph type="sldNum" sz="quarter" idx="12"/>
          </p:nvPr>
        </p:nvSpPr>
        <p:spPr/>
        <p:txBody>
          <a:bodyPr/>
          <a:lstStyle/>
          <a:p>
            <a:fld id="{CB012AB6-14AF-4351-87AD-D420B05274E1}" type="slidenum">
              <a:rPr lang="en-IN" smtClean="0"/>
              <a:t>10</a:t>
            </a:fld>
            <a:endParaRPr lang="en-IN"/>
          </a:p>
        </p:txBody>
      </p:sp>
    </p:spTree>
    <p:extLst>
      <p:ext uri="{BB962C8B-B14F-4D97-AF65-F5344CB8AC3E}">
        <p14:creationId xmlns:p14="http://schemas.microsoft.com/office/powerpoint/2010/main" val="1803278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AD3A7-F925-7472-F39D-15B33FC20F53}"/>
              </a:ext>
            </a:extLst>
          </p:cNvPr>
          <p:cNvSpPr>
            <a:spLocks noGrp="1"/>
          </p:cNvSpPr>
          <p:nvPr>
            <p:ph type="title"/>
          </p:nvPr>
        </p:nvSpPr>
        <p:spPr/>
        <p:txBody>
          <a:bodyPr wrap="square"/>
          <a:lstStyle/>
          <a:p>
            <a:pPr>
              <a:spcAft>
                <a:spcPts val="500"/>
              </a:spcAft>
              <a:defRPr sz="2600" b="1">
                <a:solidFill>
                  <a:srgbClr val="232D3C"/>
                </a:solidFill>
                <a:latin typeface="Aptos"/>
              </a:defRPr>
            </a:pPr>
            <a:r>
              <a:t>Conclusion</a:t>
            </a:r>
          </a:p>
        </p:txBody>
      </p:sp>
      <p:sp>
        <p:nvSpPr>
          <p:cNvPr id="3" name="Content Placeholder 2">
            <a:extLst>
              <a:ext uri="{FF2B5EF4-FFF2-40B4-BE49-F238E27FC236}">
                <a16:creationId xmlns:a16="http://schemas.microsoft.com/office/drawing/2014/main" id="{E2A290F1-736B-3136-6FB3-89FC4E638D92}"/>
              </a:ext>
            </a:extLst>
          </p:cNvPr>
          <p:cNvSpPr>
            <a:spLocks noGrp="1"/>
          </p:cNvSpPr>
          <p:nvPr>
            <p:ph idx="1"/>
          </p:nvPr>
        </p:nvSpPr>
        <p:spPr/>
        <p:txBody>
          <a:bodyPr wrap="square" lIns="164592" tIns="109728" rIns="164592" bIns="73152" anchor="t"/>
          <a:lstStyle/>
          <a:p>
            <a:pPr>
              <a:spcAft>
                <a:spcPts val="500"/>
              </a:spcAft>
              <a:defRPr sz="1700" b="0">
                <a:solidFill>
                  <a:srgbClr val="232D3C"/>
                </a:solidFill>
                <a:latin typeface="Aptos"/>
              </a:defRPr>
            </a:pPr>
            <a:r>
              <a:t>The Intercity Bus Reservation System applies core Java concepts to a familiar real-life problem. It demonstrates user input/output, variables, conditional statements, loops, methods, and arrays for a simple booking workflow. Basic classes, String handling, exception handling, or file storage can be included where they are present in the implementation.</a:t>
            </a:r>
            <a:endParaRPr lang="en-IN"/>
          </a:p>
          <a:p>
            <a:pPr>
              <a:spcAft>
                <a:spcPts val="500"/>
              </a:spcAft>
              <a:defRPr sz="1700" b="0">
                <a:solidFill>
                  <a:srgbClr val="232D3C"/>
                </a:solidFill>
                <a:latin typeface="Aptos"/>
              </a:defRPr>
            </a:pPr>
            <a:endParaRPr lang="en-IN"/>
          </a:p>
          <a:p>
            <a:pPr>
              <a:spcAft>
                <a:spcPts val="500"/>
              </a:spcAft>
              <a:defRPr sz="1700" b="0">
                <a:solidFill>
                  <a:srgbClr val="232D3C"/>
                </a:solidFill>
                <a:latin typeface="Aptos"/>
              </a:defRPr>
            </a:pPr>
            <a:r>
              <a:t>The project helped connect syllabus concepts with practical program design and improve logical thinking. More advanced features can be added later, but the current objective is to build and explain a clear beginner-level reservation system.</a:t>
            </a:r>
          </a:p>
        </p:txBody>
      </p:sp>
      <p:sp>
        <p:nvSpPr>
          <p:cNvPr id="4" name="Date Placeholder 3">
            <a:extLst>
              <a:ext uri="{FF2B5EF4-FFF2-40B4-BE49-F238E27FC236}">
                <a16:creationId xmlns:a16="http://schemas.microsoft.com/office/drawing/2014/main" id="{26120CA1-D5C4-5904-1345-350900EF2C7B}"/>
              </a:ext>
            </a:extLst>
          </p:cNvPr>
          <p:cNvSpPr>
            <a:spLocks noGrp="1"/>
          </p:cNvSpPr>
          <p:nvPr>
            <p:ph type="dt" sz="half" idx="10"/>
          </p:nvPr>
        </p:nvSpPr>
        <p:spPr/>
        <p:txBody>
          <a:bodyPr/>
          <a:lstStyle/>
          <a:p>
            <a:fld id="{07DE2E10-B9C9-4696-8C2C-567691D9BBFD}" type="datetime1">
              <a:rPr lang="en-IN" smtClean="0"/>
              <a:t>15-10-2026</a:t>
            </a:fld>
            <a:endParaRPr lang="en-IN"/>
          </a:p>
        </p:txBody>
      </p:sp>
      <p:sp>
        <p:nvSpPr>
          <p:cNvPr id="5" name="Slide Number Placeholder 4">
            <a:extLst>
              <a:ext uri="{FF2B5EF4-FFF2-40B4-BE49-F238E27FC236}">
                <a16:creationId xmlns:a16="http://schemas.microsoft.com/office/drawing/2014/main" id="{9292BF1E-562C-F1F9-8BD5-71BDFB3438D1}"/>
              </a:ext>
            </a:extLst>
          </p:cNvPr>
          <p:cNvSpPr>
            <a:spLocks noGrp="1"/>
          </p:cNvSpPr>
          <p:nvPr>
            <p:ph type="sldNum" sz="quarter" idx="12"/>
          </p:nvPr>
        </p:nvSpPr>
        <p:spPr/>
        <p:txBody>
          <a:bodyPr/>
          <a:lstStyle/>
          <a:p>
            <a:fld id="{CB012AB6-14AF-4351-87AD-D420B05274E1}" type="slidenum">
              <a:rPr lang="en-IN" smtClean="0"/>
              <a:t>11</a:t>
            </a:fld>
            <a:endParaRPr lang="en-IN"/>
          </a:p>
        </p:txBody>
      </p:sp>
    </p:spTree>
    <p:extLst>
      <p:ext uri="{BB962C8B-B14F-4D97-AF65-F5344CB8AC3E}">
        <p14:creationId xmlns:p14="http://schemas.microsoft.com/office/powerpoint/2010/main" val="17449643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1015</Words>
  <Application>Microsoft Office PowerPoint</Application>
  <PresentationFormat>Widescreen</PresentationFormat>
  <Paragraphs>106</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INTERCITY BUS RESERVATION SYSTEM Team No:17</vt:lpstr>
      <vt:lpstr>Abstract</vt:lpstr>
      <vt:lpstr>Understanding Problem Statement</vt:lpstr>
      <vt:lpstr>CO 1 Topics — Java Foundations</vt:lpstr>
      <vt:lpstr>CO 2 Topics — Control Flow</vt:lpstr>
      <vt:lpstr>CO 3 Topics — Methods and Arrays</vt:lpstr>
      <vt:lpstr>CO 4 Topics — OOP and Exception Handling</vt:lpstr>
      <vt:lpstr>CO 5 Topics — Strings and File I/O</vt:lpstr>
      <vt:lpstr>CO 6 Topics — Collections and Streams</vt:lpstr>
      <vt:lpstr>Screenshot :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Karthik reddy</cp:lastModifiedBy>
  <cp:revision>6</cp:revision>
  <dcterms:created xsi:type="dcterms:W3CDTF">2026-09-15T09:57:10Z</dcterms:created>
  <dcterms:modified xsi:type="dcterms:W3CDTF">2026-10-15T18:19:27Z</dcterms:modified>
</cp:coreProperties>
</file>